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5"/>
  </p:notesMasterIdLst>
  <p:sldIdLst>
    <p:sldId id="274" r:id="rId2"/>
    <p:sldId id="273" r:id="rId3"/>
    <p:sldId id="259" r:id="rId4"/>
  </p:sldIdLst>
  <p:sldSz cx="12192000" cy="6858000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jörn Meder HMU Potsdam" initials="BMHP" lastIdx="1" clrIdx="0">
    <p:extLst>
      <p:ext uri="{19B8F6BF-5375-455C-9EA6-DF929625EA0E}">
        <p15:presenceInfo xmlns:p15="http://schemas.microsoft.com/office/powerpoint/2012/main" userId="S::bjoern.meder@health-and-medical-university.de::d258dbf6-ab6a-4282-851d-9abdcd54331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79A7"/>
    <a:srgbClr val="0072B2"/>
    <a:srgbClr val="56B4E9"/>
    <a:srgbClr val="19A880"/>
    <a:srgbClr val="19CBD2"/>
    <a:srgbClr val="FFC028"/>
    <a:srgbClr val="A286D8"/>
    <a:srgbClr val="B966B9"/>
    <a:srgbClr val="66B9B9"/>
    <a:srgbClr val="3A6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107F4C-D775-7C4D-A441-10F463998D58}" v="238" dt="2025-03-09T11:37:18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3"/>
    <p:restoredTop sz="96327"/>
  </p:normalViewPr>
  <p:slideViewPr>
    <p:cSldViewPr snapToGrid="0" snapToObjects="1">
      <p:cViewPr varScale="1">
        <p:scale>
          <a:sx n="89" d="100"/>
          <a:sy n="89" d="100"/>
        </p:scale>
        <p:origin x="20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jörn Meder HMU Potsdam" userId="d258dbf6-ab6a-4282-851d-9abdcd54331d" providerId="ADAL" clId="{20107F4C-D775-7C4D-A441-10F463998D58}"/>
    <pc:docChg chg="undo redo custSel addSld delSld modSld sldOrd">
      <pc:chgData name="Björn Meder HMU Potsdam" userId="d258dbf6-ab6a-4282-851d-9abdcd54331d" providerId="ADAL" clId="{20107F4C-D775-7C4D-A441-10F463998D58}" dt="2025-03-09T11:38:06.983" v="3391" actId="1076"/>
      <pc:docMkLst>
        <pc:docMk/>
      </pc:docMkLst>
      <pc:sldChg chg="addSp delSp modSp mod">
        <pc:chgData name="Björn Meder HMU Potsdam" userId="d258dbf6-ab6a-4282-851d-9abdcd54331d" providerId="ADAL" clId="{20107F4C-D775-7C4D-A441-10F463998D58}" dt="2025-02-10T12:39:57.940" v="355" actId="1037"/>
        <pc:sldMkLst>
          <pc:docMk/>
          <pc:sldMk cId="2570225428" sldId="256"/>
        </pc:sldMkLst>
        <pc:spChg chg="add del mod">
          <ac:chgData name="Björn Meder HMU Potsdam" userId="d258dbf6-ab6a-4282-851d-9abdcd54331d" providerId="ADAL" clId="{20107F4C-D775-7C4D-A441-10F463998D58}" dt="2025-02-10T12:39:57.940" v="355" actId="1037"/>
          <ac:spMkLst>
            <pc:docMk/>
            <pc:sldMk cId="2570225428" sldId="256"/>
            <ac:spMk id="13" creationId="{52D13053-A734-F668-2964-70FFF8F6F417}"/>
          </ac:spMkLst>
        </pc:spChg>
        <pc:spChg chg="add mod">
          <ac:chgData name="Björn Meder HMU Potsdam" userId="d258dbf6-ab6a-4282-851d-9abdcd54331d" providerId="ADAL" clId="{20107F4C-D775-7C4D-A441-10F463998D58}" dt="2025-02-10T12:39:57.940" v="355" actId="1037"/>
          <ac:spMkLst>
            <pc:docMk/>
            <pc:sldMk cId="2570225428" sldId="256"/>
            <ac:spMk id="17" creationId="{C6256290-605A-945F-A03D-E9D235E4C219}"/>
          </ac:spMkLst>
        </pc:spChg>
        <pc:picChg chg="add mod">
          <ac:chgData name="Björn Meder HMU Potsdam" userId="d258dbf6-ab6a-4282-851d-9abdcd54331d" providerId="ADAL" clId="{20107F4C-D775-7C4D-A441-10F463998D58}" dt="2025-02-09T15:40:46.032" v="297" actId="1037"/>
          <ac:picMkLst>
            <pc:docMk/>
            <pc:sldMk cId="2570225428" sldId="256"/>
            <ac:picMk id="7" creationId="{F9526711-565C-BA9B-1163-CDD752A5BE1D}"/>
          </ac:picMkLst>
        </pc:picChg>
        <pc:picChg chg="add mod">
          <ac:chgData name="Björn Meder HMU Potsdam" userId="d258dbf6-ab6a-4282-851d-9abdcd54331d" providerId="ADAL" clId="{20107F4C-D775-7C4D-A441-10F463998D58}" dt="2025-02-09T15:40:51.271" v="315" actId="1038"/>
          <ac:picMkLst>
            <pc:docMk/>
            <pc:sldMk cId="2570225428" sldId="256"/>
            <ac:picMk id="16" creationId="{0B3A899E-92BB-D2C8-606C-E5AD0CCD9E24}"/>
          </ac:picMkLst>
        </pc:picChg>
      </pc:sldChg>
      <pc:sldChg chg="addSp delSp modSp mod">
        <pc:chgData name="Björn Meder HMU Potsdam" userId="d258dbf6-ab6a-4282-851d-9abdcd54331d" providerId="ADAL" clId="{20107F4C-D775-7C4D-A441-10F463998D58}" dt="2025-02-10T12:40:13.336" v="370" actId="1037"/>
        <pc:sldMkLst>
          <pc:docMk/>
          <pc:sldMk cId="3951024834" sldId="257"/>
        </pc:sldMkLst>
        <pc:spChg chg="add mod">
          <ac:chgData name="Björn Meder HMU Potsdam" userId="d258dbf6-ab6a-4282-851d-9abdcd54331d" providerId="ADAL" clId="{20107F4C-D775-7C4D-A441-10F463998D58}" dt="2025-02-10T12:40:13.336" v="370" actId="1037"/>
          <ac:spMkLst>
            <pc:docMk/>
            <pc:sldMk cId="3951024834" sldId="257"/>
            <ac:spMk id="8" creationId="{479AB322-CB69-609C-E4A9-59B29048D5B7}"/>
          </ac:spMkLst>
        </pc:spChg>
        <pc:spChg chg="add mod">
          <ac:chgData name="Björn Meder HMU Potsdam" userId="d258dbf6-ab6a-4282-851d-9abdcd54331d" providerId="ADAL" clId="{20107F4C-D775-7C4D-A441-10F463998D58}" dt="2025-02-10T12:40:13.336" v="370" actId="1037"/>
          <ac:spMkLst>
            <pc:docMk/>
            <pc:sldMk cId="3951024834" sldId="257"/>
            <ac:spMk id="9" creationId="{6217F972-93B0-897F-8722-EB5533622FCB}"/>
          </ac:spMkLst>
        </pc:spChg>
        <pc:picChg chg="add mod">
          <ac:chgData name="Björn Meder HMU Potsdam" userId="d258dbf6-ab6a-4282-851d-9abdcd54331d" providerId="ADAL" clId="{20107F4C-D775-7C4D-A441-10F463998D58}" dt="2025-02-09T15:41:44.015" v="332" actId="1037"/>
          <ac:picMkLst>
            <pc:docMk/>
            <pc:sldMk cId="3951024834" sldId="257"/>
            <ac:picMk id="3" creationId="{3EE88AB7-83F6-1BF0-E8DA-7A6DBC7CE2DB}"/>
          </ac:picMkLst>
        </pc:picChg>
        <pc:picChg chg="add mod">
          <ac:chgData name="Björn Meder HMU Potsdam" userId="d258dbf6-ab6a-4282-851d-9abdcd54331d" providerId="ADAL" clId="{20107F4C-D775-7C4D-A441-10F463998D58}" dt="2025-02-09T15:40:13.851" v="273" actId="1076"/>
          <ac:picMkLst>
            <pc:docMk/>
            <pc:sldMk cId="3951024834" sldId="257"/>
            <ac:picMk id="7" creationId="{E398BD59-63B3-BFAF-5499-E34562A5281E}"/>
          </ac:picMkLst>
        </pc:picChg>
      </pc:sldChg>
      <pc:sldChg chg="modSp new mod">
        <pc:chgData name="Björn Meder HMU Potsdam" userId="d258dbf6-ab6a-4282-851d-9abdcd54331d" providerId="ADAL" clId="{20107F4C-D775-7C4D-A441-10F463998D58}" dt="2025-03-06T16:11:03.297" v="1687" actId="255"/>
        <pc:sldMkLst>
          <pc:docMk/>
          <pc:sldMk cId="1621984726" sldId="258"/>
        </pc:sldMkLst>
        <pc:spChg chg="mod">
          <ac:chgData name="Björn Meder HMU Potsdam" userId="d258dbf6-ab6a-4282-851d-9abdcd54331d" providerId="ADAL" clId="{20107F4C-D775-7C4D-A441-10F463998D58}" dt="2025-03-06T16:11:03.297" v="1687" actId="255"/>
          <ac:spMkLst>
            <pc:docMk/>
            <pc:sldMk cId="1621984726" sldId="258"/>
            <ac:spMk id="2" creationId="{B2E27732-C128-1DCB-0DD5-6B1408D54327}"/>
          </ac:spMkLst>
        </pc:spChg>
      </pc:sldChg>
      <pc:sldChg chg="addSp delSp modSp add mod">
        <pc:chgData name="Björn Meder HMU Potsdam" userId="d258dbf6-ab6a-4282-851d-9abdcd54331d" providerId="ADAL" clId="{20107F4C-D775-7C4D-A441-10F463998D58}" dt="2025-03-09T10:31:51.763" v="3267" actId="20577"/>
        <pc:sldMkLst>
          <pc:docMk/>
          <pc:sldMk cId="511466480" sldId="259"/>
        </pc:sldMkLst>
        <pc:spChg chg="add mod">
          <ac:chgData name="Björn Meder HMU Potsdam" userId="d258dbf6-ab6a-4282-851d-9abdcd54331d" providerId="ADAL" clId="{20107F4C-D775-7C4D-A441-10F463998D58}" dt="2025-03-09T10:31:34.776" v="3263" actId="1076"/>
          <ac:spMkLst>
            <pc:docMk/>
            <pc:sldMk cId="511466480" sldId="259"/>
            <ac:spMk id="18" creationId="{B0E883D5-6691-70A0-B002-F38B239425D5}"/>
          </ac:spMkLst>
        </pc:spChg>
        <pc:spChg chg="mod">
          <ac:chgData name="Björn Meder HMU Potsdam" userId="d258dbf6-ab6a-4282-851d-9abdcd54331d" providerId="ADAL" clId="{20107F4C-D775-7C4D-A441-10F463998D58}" dt="2025-03-09T10:31:44.673" v="3265"/>
          <ac:spMkLst>
            <pc:docMk/>
            <pc:sldMk cId="511466480" sldId="259"/>
            <ac:spMk id="21" creationId="{CCE5B420-E681-649C-2FC9-6C37F363FE80}"/>
          </ac:spMkLst>
        </pc:spChg>
        <pc:spChg chg="mod">
          <ac:chgData name="Björn Meder HMU Potsdam" userId="d258dbf6-ab6a-4282-851d-9abdcd54331d" providerId="ADAL" clId="{20107F4C-D775-7C4D-A441-10F463998D58}" dt="2025-03-09T10:31:44.673" v="3265"/>
          <ac:spMkLst>
            <pc:docMk/>
            <pc:sldMk cId="511466480" sldId="259"/>
            <ac:spMk id="22" creationId="{3C1164D5-59F8-3AEB-FDC0-57D59DB7ADCF}"/>
          </ac:spMkLst>
        </pc:spChg>
        <pc:spChg chg="mod">
          <ac:chgData name="Björn Meder HMU Potsdam" userId="d258dbf6-ab6a-4282-851d-9abdcd54331d" providerId="ADAL" clId="{20107F4C-D775-7C4D-A441-10F463998D58}" dt="2025-03-09T10:31:44.673" v="3265"/>
          <ac:spMkLst>
            <pc:docMk/>
            <pc:sldMk cId="511466480" sldId="259"/>
            <ac:spMk id="23" creationId="{86AC34D3-7D2E-6267-7BC4-DFBBC6D534BD}"/>
          </ac:spMkLst>
        </pc:spChg>
        <pc:spChg chg="mod">
          <ac:chgData name="Björn Meder HMU Potsdam" userId="d258dbf6-ab6a-4282-851d-9abdcd54331d" providerId="ADAL" clId="{20107F4C-D775-7C4D-A441-10F463998D58}" dt="2025-03-09T10:31:44.673" v="3265"/>
          <ac:spMkLst>
            <pc:docMk/>
            <pc:sldMk cId="511466480" sldId="259"/>
            <ac:spMk id="26" creationId="{D9C4DF30-63F3-F977-372D-A0C74C8605ED}"/>
          </ac:spMkLst>
        </pc:spChg>
        <pc:spChg chg="mod">
          <ac:chgData name="Björn Meder HMU Potsdam" userId="d258dbf6-ab6a-4282-851d-9abdcd54331d" providerId="ADAL" clId="{20107F4C-D775-7C4D-A441-10F463998D58}" dt="2025-03-09T10:31:44.673" v="3265"/>
          <ac:spMkLst>
            <pc:docMk/>
            <pc:sldMk cId="511466480" sldId="259"/>
            <ac:spMk id="27" creationId="{1B14A075-3918-12DB-7D82-00E13706390A}"/>
          </ac:spMkLst>
        </pc:spChg>
        <pc:spChg chg="del">
          <ac:chgData name="Björn Meder HMU Potsdam" userId="d258dbf6-ab6a-4282-851d-9abdcd54331d" providerId="ADAL" clId="{20107F4C-D775-7C4D-A441-10F463998D58}" dt="2025-03-09T10:31:28.789" v="3260" actId="478"/>
          <ac:spMkLst>
            <pc:docMk/>
            <pc:sldMk cId="511466480" sldId="259"/>
            <ac:spMk id="30" creationId="{4973925D-B15D-72E2-9267-81FCA2D85094}"/>
          </ac:spMkLst>
        </pc:spChg>
        <pc:spChg chg="mod">
          <ac:chgData name="Björn Meder HMU Potsdam" userId="d258dbf6-ab6a-4282-851d-9abdcd54331d" providerId="ADAL" clId="{20107F4C-D775-7C4D-A441-10F463998D58}" dt="2025-03-09T10:31:44.673" v="3265"/>
          <ac:spMkLst>
            <pc:docMk/>
            <pc:sldMk cId="511466480" sldId="259"/>
            <ac:spMk id="32" creationId="{D3F968AE-E8A5-6E81-054D-773DC25DBB82}"/>
          </ac:spMkLst>
        </pc:spChg>
        <pc:spChg chg="mod">
          <ac:chgData name="Björn Meder HMU Potsdam" userId="d258dbf6-ab6a-4282-851d-9abdcd54331d" providerId="ADAL" clId="{20107F4C-D775-7C4D-A441-10F463998D58}" dt="2025-03-06T09:45:04.987" v="380"/>
          <ac:spMkLst>
            <pc:docMk/>
            <pc:sldMk cId="511466480" sldId="259"/>
            <ac:spMk id="34" creationId="{51CCFF25-679A-381A-8E58-6DC61EDEEAE7}"/>
          </ac:spMkLst>
        </pc:spChg>
        <pc:spChg chg="mod">
          <ac:chgData name="Björn Meder HMU Potsdam" userId="d258dbf6-ab6a-4282-851d-9abdcd54331d" providerId="ADAL" clId="{20107F4C-D775-7C4D-A441-10F463998D58}" dt="2025-03-06T09:45:04.987" v="380"/>
          <ac:spMkLst>
            <pc:docMk/>
            <pc:sldMk cId="511466480" sldId="259"/>
            <ac:spMk id="35" creationId="{EC0128AA-D87D-F1A9-3E9F-60572CEB2B47}"/>
          </ac:spMkLst>
        </pc:spChg>
        <pc:spChg chg="mod">
          <ac:chgData name="Björn Meder HMU Potsdam" userId="d258dbf6-ab6a-4282-851d-9abdcd54331d" providerId="ADAL" clId="{20107F4C-D775-7C4D-A441-10F463998D58}" dt="2025-03-06T09:45:04.987" v="380"/>
          <ac:spMkLst>
            <pc:docMk/>
            <pc:sldMk cId="511466480" sldId="259"/>
            <ac:spMk id="38" creationId="{67BAFF7E-149C-2D75-C3B3-F76591FADF77}"/>
          </ac:spMkLst>
        </pc:spChg>
        <pc:spChg chg="mod">
          <ac:chgData name="Björn Meder HMU Potsdam" userId="d258dbf6-ab6a-4282-851d-9abdcd54331d" providerId="ADAL" clId="{20107F4C-D775-7C4D-A441-10F463998D58}" dt="2025-03-06T09:45:04.987" v="380"/>
          <ac:spMkLst>
            <pc:docMk/>
            <pc:sldMk cId="511466480" sldId="259"/>
            <ac:spMk id="40" creationId="{6A80F44A-115E-BFAF-37C5-4871A3A9E9F3}"/>
          </ac:spMkLst>
        </pc:spChg>
        <pc:spChg chg="mod">
          <ac:chgData name="Björn Meder HMU Potsdam" userId="d258dbf6-ab6a-4282-851d-9abdcd54331d" providerId="ADAL" clId="{20107F4C-D775-7C4D-A441-10F463998D58}" dt="2025-03-06T09:45:17.921" v="384"/>
          <ac:spMkLst>
            <pc:docMk/>
            <pc:sldMk cId="511466480" sldId="259"/>
            <ac:spMk id="43" creationId="{62781488-60F9-75F0-41DA-123E2F5885AC}"/>
          </ac:spMkLst>
        </pc:spChg>
        <pc:spChg chg="mod">
          <ac:chgData name="Björn Meder HMU Potsdam" userId="d258dbf6-ab6a-4282-851d-9abdcd54331d" providerId="ADAL" clId="{20107F4C-D775-7C4D-A441-10F463998D58}" dt="2025-03-06T09:45:17.921" v="384"/>
          <ac:spMkLst>
            <pc:docMk/>
            <pc:sldMk cId="511466480" sldId="259"/>
            <ac:spMk id="44" creationId="{94531FDA-6D4D-6163-07E5-B2AAF841E4C6}"/>
          </ac:spMkLst>
        </pc:spChg>
        <pc:spChg chg="mod">
          <ac:chgData name="Björn Meder HMU Potsdam" userId="d258dbf6-ab6a-4282-851d-9abdcd54331d" providerId="ADAL" clId="{20107F4C-D775-7C4D-A441-10F463998D58}" dt="2025-03-06T09:45:17.921" v="384"/>
          <ac:spMkLst>
            <pc:docMk/>
            <pc:sldMk cId="511466480" sldId="259"/>
            <ac:spMk id="45" creationId="{3958A602-3564-B1CD-78C4-6C608D2F1D67}"/>
          </ac:spMkLst>
        </pc:spChg>
        <pc:spChg chg="mod">
          <ac:chgData name="Björn Meder HMU Potsdam" userId="d258dbf6-ab6a-4282-851d-9abdcd54331d" providerId="ADAL" clId="{20107F4C-D775-7C4D-A441-10F463998D58}" dt="2025-03-06T09:45:17.921" v="384"/>
          <ac:spMkLst>
            <pc:docMk/>
            <pc:sldMk cId="511466480" sldId="259"/>
            <ac:spMk id="48" creationId="{2DF0405A-971B-4F7D-250C-1D3EB11807C5}"/>
          </ac:spMkLst>
        </pc:spChg>
        <pc:spChg chg="mod">
          <ac:chgData name="Björn Meder HMU Potsdam" userId="d258dbf6-ab6a-4282-851d-9abdcd54331d" providerId="ADAL" clId="{20107F4C-D775-7C4D-A441-10F463998D58}" dt="2025-03-06T09:45:17.921" v="384"/>
          <ac:spMkLst>
            <pc:docMk/>
            <pc:sldMk cId="511466480" sldId="259"/>
            <ac:spMk id="49" creationId="{0457D687-227A-EF61-48AE-40116BD1BF3E}"/>
          </ac:spMkLst>
        </pc:spChg>
        <pc:spChg chg="mod">
          <ac:chgData name="Björn Meder HMU Potsdam" userId="d258dbf6-ab6a-4282-851d-9abdcd54331d" providerId="ADAL" clId="{20107F4C-D775-7C4D-A441-10F463998D58}" dt="2025-03-06T09:45:17.921" v="384"/>
          <ac:spMkLst>
            <pc:docMk/>
            <pc:sldMk cId="511466480" sldId="259"/>
            <ac:spMk id="51" creationId="{33D137E7-3B64-0E1C-910B-58A661410C66}"/>
          </ac:spMkLst>
        </pc:spChg>
        <pc:spChg chg="mod">
          <ac:chgData name="Björn Meder HMU Potsdam" userId="d258dbf6-ab6a-4282-851d-9abdcd54331d" providerId="ADAL" clId="{20107F4C-D775-7C4D-A441-10F463998D58}" dt="2025-03-06T09:45:17.921" v="384"/>
          <ac:spMkLst>
            <pc:docMk/>
            <pc:sldMk cId="511466480" sldId="259"/>
            <ac:spMk id="52" creationId="{3517CFEA-4305-EF29-07C8-9A78FFE29BED}"/>
          </ac:spMkLst>
        </pc:spChg>
        <pc:spChg chg="add mod">
          <ac:chgData name="Björn Meder HMU Potsdam" userId="d258dbf6-ab6a-4282-851d-9abdcd54331d" providerId="ADAL" clId="{20107F4C-D775-7C4D-A441-10F463998D58}" dt="2025-03-06T16:10:51.271" v="1661" actId="1076"/>
          <ac:spMkLst>
            <pc:docMk/>
            <pc:sldMk cId="511466480" sldId="259"/>
            <ac:spMk id="53" creationId="{69139114-65B3-63DF-4080-656CBF3F8864}"/>
          </ac:spMkLst>
        </pc:spChg>
        <pc:spChg chg="add mod">
          <ac:chgData name="Björn Meder HMU Potsdam" userId="d258dbf6-ab6a-4282-851d-9abdcd54331d" providerId="ADAL" clId="{20107F4C-D775-7C4D-A441-10F463998D58}" dt="2025-03-06T16:10:51.271" v="1661" actId="1076"/>
          <ac:spMkLst>
            <pc:docMk/>
            <pc:sldMk cId="511466480" sldId="259"/>
            <ac:spMk id="54" creationId="{61852036-CF68-90CA-2A78-B41FE7968147}"/>
          </ac:spMkLst>
        </pc:spChg>
        <pc:spChg chg="add mod">
          <ac:chgData name="Björn Meder HMU Potsdam" userId="d258dbf6-ab6a-4282-851d-9abdcd54331d" providerId="ADAL" clId="{20107F4C-D775-7C4D-A441-10F463998D58}" dt="2025-03-06T16:10:51.271" v="1661" actId="1076"/>
          <ac:spMkLst>
            <pc:docMk/>
            <pc:sldMk cId="511466480" sldId="259"/>
            <ac:spMk id="55" creationId="{FE139A56-3D08-CEC1-4D64-192891F58E78}"/>
          </ac:spMkLst>
        </pc:spChg>
        <pc:spChg chg="add mod">
          <ac:chgData name="Björn Meder HMU Potsdam" userId="d258dbf6-ab6a-4282-851d-9abdcd54331d" providerId="ADAL" clId="{20107F4C-D775-7C4D-A441-10F463998D58}" dt="2025-03-06T16:10:51.271" v="1661" actId="1076"/>
          <ac:spMkLst>
            <pc:docMk/>
            <pc:sldMk cId="511466480" sldId="259"/>
            <ac:spMk id="58" creationId="{784E5B05-7C49-9958-D93B-AFBEE0A227B9}"/>
          </ac:spMkLst>
        </pc:spChg>
        <pc:spChg chg="add mod">
          <ac:chgData name="Björn Meder HMU Potsdam" userId="d258dbf6-ab6a-4282-851d-9abdcd54331d" providerId="ADAL" clId="{20107F4C-D775-7C4D-A441-10F463998D58}" dt="2025-03-06T16:10:51.271" v="1661" actId="1076"/>
          <ac:spMkLst>
            <pc:docMk/>
            <pc:sldMk cId="511466480" sldId="259"/>
            <ac:spMk id="59" creationId="{F6F45BF5-289C-6FC5-74FF-EB720A4B550D}"/>
          </ac:spMkLst>
        </pc:spChg>
        <pc:spChg chg="add mod">
          <ac:chgData name="Björn Meder HMU Potsdam" userId="d258dbf6-ab6a-4282-851d-9abdcd54331d" providerId="ADAL" clId="{20107F4C-D775-7C4D-A441-10F463998D58}" dt="2025-03-06T16:10:51.271" v="1661" actId="1076"/>
          <ac:spMkLst>
            <pc:docMk/>
            <pc:sldMk cId="511466480" sldId="259"/>
            <ac:spMk id="61" creationId="{07D3AC53-9EE3-898E-20AB-DAF38F6010D9}"/>
          </ac:spMkLst>
        </pc:spChg>
        <pc:spChg chg="add mod">
          <ac:chgData name="Björn Meder HMU Potsdam" userId="d258dbf6-ab6a-4282-851d-9abdcd54331d" providerId="ADAL" clId="{20107F4C-D775-7C4D-A441-10F463998D58}" dt="2025-03-06T16:10:51.271" v="1661" actId="1076"/>
          <ac:spMkLst>
            <pc:docMk/>
            <pc:sldMk cId="511466480" sldId="259"/>
            <ac:spMk id="62" creationId="{37D724F3-9BBD-C23B-B14C-E7EC1D45B10F}"/>
          </ac:spMkLst>
        </pc:spChg>
        <pc:spChg chg="mod">
          <ac:chgData name="Björn Meder HMU Potsdam" userId="d258dbf6-ab6a-4282-851d-9abdcd54331d" providerId="ADAL" clId="{20107F4C-D775-7C4D-A441-10F463998D58}" dt="2025-03-09T10:31:51.763" v="3267" actId="20577"/>
          <ac:spMkLst>
            <pc:docMk/>
            <pc:sldMk cId="511466480" sldId="259"/>
            <ac:spMk id="63" creationId="{2F0373F1-A3C8-A596-0BB4-65A7DC92774D}"/>
          </ac:spMkLst>
        </pc:spChg>
        <pc:grpChg chg="add del mod">
          <ac:chgData name="Björn Meder HMU Potsdam" userId="d258dbf6-ab6a-4282-851d-9abdcd54331d" providerId="ADAL" clId="{20107F4C-D775-7C4D-A441-10F463998D58}" dt="2025-03-09T10:31:41.050" v="3264" actId="478"/>
          <ac:grpSpMkLst>
            <pc:docMk/>
            <pc:sldMk cId="511466480" sldId="259"/>
            <ac:grpSpMk id="9" creationId="{171ECC4A-D167-95E4-D361-8608C04DDEE7}"/>
          </ac:grpSpMkLst>
        </pc:grpChg>
        <pc:grpChg chg="add mod">
          <ac:chgData name="Björn Meder HMU Potsdam" userId="d258dbf6-ab6a-4282-851d-9abdcd54331d" providerId="ADAL" clId="{20107F4C-D775-7C4D-A441-10F463998D58}" dt="2025-03-06T09:44:19.812" v="379" actId="555"/>
          <ac:grpSpMkLst>
            <pc:docMk/>
            <pc:sldMk cId="511466480" sldId="259"/>
            <ac:grpSpMk id="17" creationId="{49948CA9-8C85-9043-60F3-95BC8C19D99F}"/>
          </ac:grpSpMkLst>
        </pc:grpChg>
        <pc:grpChg chg="add mod">
          <ac:chgData name="Björn Meder HMU Potsdam" userId="d258dbf6-ab6a-4282-851d-9abdcd54331d" providerId="ADAL" clId="{20107F4C-D775-7C4D-A441-10F463998D58}" dt="2025-03-09T10:31:48.682" v="3266" actId="1076"/>
          <ac:grpSpMkLst>
            <pc:docMk/>
            <pc:sldMk cId="511466480" sldId="259"/>
            <ac:grpSpMk id="20" creationId="{C4CCB84B-2E05-C666-2B6E-AF8AE385463F}"/>
          </ac:grpSpMkLst>
        </pc:grpChg>
        <pc:grpChg chg="mod">
          <ac:chgData name="Björn Meder HMU Potsdam" userId="d258dbf6-ab6a-4282-851d-9abdcd54331d" providerId="ADAL" clId="{20107F4C-D775-7C4D-A441-10F463998D58}" dt="2025-03-06T09:45:38.838" v="401" actId="555"/>
          <ac:grpSpMkLst>
            <pc:docMk/>
            <pc:sldMk cId="511466480" sldId="259"/>
            <ac:grpSpMk id="33" creationId="{8436B5FC-F42C-8FBB-149D-678EB4233138}"/>
          </ac:grpSpMkLst>
        </pc:grpChg>
        <pc:grpChg chg="add mod">
          <ac:chgData name="Björn Meder HMU Potsdam" userId="d258dbf6-ab6a-4282-851d-9abdcd54331d" providerId="ADAL" clId="{20107F4C-D775-7C4D-A441-10F463998D58}" dt="2025-03-06T09:45:38.838" v="401" actId="555"/>
          <ac:grpSpMkLst>
            <pc:docMk/>
            <pc:sldMk cId="511466480" sldId="259"/>
            <ac:grpSpMk id="42" creationId="{B0E3EC30-FE52-016E-2A8A-106D5C357864}"/>
          </ac:grpSpMkLst>
        </pc:grpChg>
        <pc:cxnChg chg="mod">
          <ac:chgData name="Björn Meder HMU Potsdam" userId="d258dbf6-ab6a-4282-851d-9abdcd54331d" providerId="ADAL" clId="{20107F4C-D775-7C4D-A441-10F463998D58}" dt="2025-03-09T10:31:41.050" v="3264" actId="478"/>
          <ac:cxnSpMkLst>
            <pc:docMk/>
            <pc:sldMk cId="511466480" sldId="259"/>
            <ac:cxnSpMk id="11" creationId="{1E84E77C-1119-429C-CE6B-FF124E2C4D9B}"/>
          </ac:cxnSpMkLst>
        </pc:cxnChg>
        <pc:cxnChg chg="mod">
          <ac:chgData name="Björn Meder HMU Potsdam" userId="d258dbf6-ab6a-4282-851d-9abdcd54331d" providerId="ADAL" clId="{20107F4C-D775-7C4D-A441-10F463998D58}" dt="2025-03-09T10:31:44.673" v="3265"/>
          <ac:cxnSpMkLst>
            <pc:docMk/>
            <pc:sldMk cId="511466480" sldId="259"/>
            <ac:cxnSpMk id="24" creationId="{9AE43E02-F084-78F9-5350-8A5F5F08E062}"/>
          </ac:cxnSpMkLst>
        </pc:cxnChg>
        <pc:cxnChg chg="mod">
          <ac:chgData name="Björn Meder HMU Potsdam" userId="d258dbf6-ab6a-4282-851d-9abdcd54331d" providerId="ADAL" clId="{20107F4C-D775-7C4D-A441-10F463998D58}" dt="2025-03-09T10:31:44.673" v="3265"/>
          <ac:cxnSpMkLst>
            <pc:docMk/>
            <pc:sldMk cId="511466480" sldId="259"/>
            <ac:cxnSpMk id="31" creationId="{A766E8B3-22B3-D9F4-F62B-1C617695728B}"/>
          </ac:cxnSpMkLst>
        </pc:cxnChg>
        <pc:cxnChg chg="mod">
          <ac:chgData name="Björn Meder HMU Potsdam" userId="d258dbf6-ab6a-4282-851d-9abdcd54331d" providerId="ADAL" clId="{20107F4C-D775-7C4D-A441-10F463998D58}" dt="2025-03-06T09:45:17.921" v="384"/>
          <ac:cxnSpMkLst>
            <pc:docMk/>
            <pc:sldMk cId="511466480" sldId="259"/>
            <ac:cxnSpMk id="47" creationId="{6D5E2FE6-B807-23F1-752C-B485DE41A65C}"/>
          </ac:cxnSpMkLst>
        </pc:cxnChg>
        <pc:cxnChg chg="mod">
          <ac:chgData name="Björn Meder HMU Potsdam" userId="d258dbf6-ab6a-4282-851d-9abdcd54331d" providerId="ADAL" clId="{20107F4C-D775-7C4D-A441-10F463998D58}" dt="2025-03-06T09:45:17.921" v="384"/>
          <ac:cxnSpMkLst>
            <pc:docMk/>
            <pc:sldMk cId="511466480" sldId="259"/>
            <ac:cxnSpMk id="50" creationId="{92AB1100-15D5-CEBC-65DF-B5B218FA096B}"/>
          </ac:cxnSpMkLst>
        </pc:cxnChg>
        <pc:cxnChg chg="add mod">
          <ac:chgData name="Björn Meder HMU Potsdam" userId="d258dbf6-ab6a-4282-851d-9abdcd54331d" providerId="ADAL" clId="{20107F4C-D775-7C4D-A441-10F463998D58}" dt="2025-03-06T16:10:51.271" v="1661" actId="1076"/>
          <ac:cxnSpMkLst>
            <pc:docMk/>
            <pc:sldMk cId="511466480" sldId="259"/>
            <ac:cxnSpMk id="56" creationId="{69B234CC-3A5D-8575-ADBB-1881C1E36FE1}"/>
          </ac:cxnSpMkLst>
        </pc:cxnChg>
        <pc:cxnChg chg="add mod">
          <ac:chgData name="Björn Meder HMU Potsdam" userId="d258dbf6-ab6a-4282-851d-9abdcd54331d" providerId="ADAL" clId="{20107F4C-D775-7C4D-A441-10F463998D58}" dt="2025-03-06T16:10:51.271" v="1661" actId="1076"/>
          <ac:cxnSpMkLst>
            <pc:docMk/>
            <pc:sldMk cId="511466480" sldId="259"/>
            <ac:cxnSpMk id="57" creationId="{B1C47EC0-6C64-4BF4-CF6F-5C399313F7A6}"/>
          </ac:cxnSpMkLst>
        </pc:cxnChg>
        <pc:cxnChg chg="add mod">
          <ac:chgData name="Björn Meder HMU Potsdam" userId="d258dbf6-ab6a-4282-851d-9abdcd54331d" providerId="ADAL" clId="{20107F4C-D775-7C4D-A441-10F463998D58}" dt="2025-03-06T16:10:51.271" v="1661" actId="1076"/>
          <ac:cxnSpMkLst>
            <pc:docMk/>
            <pc:sldMk cId="511466480" sldId="259"/>
            <ac:cxnSpMk id="60" creationId="{21F9C417-309D-CD71-CA5E-47D2C6D1405D}"/>
          </ac:cxnSpMkLst>
        </pc:cxnChg>
      </pc:sldChg>
      <pc:sldChg chg="addSp delSp modSp new del mod">
        <pc:chgData name="Björn Meder HMU Potsdam" userId="d258dbf6-ab6a-4282-851d-9abdcd54331d" providerId="ADAL" clId="{20107F4C-D775-7C4D-A441-10F463998D58}" dt="2025-03-09T10:39:43.644" v="3279" actId="2696"/>
        <pc:sldMkLst>
          <pc:docMk/>
          <pc:sldMk cId="1092530795" sldId="260"/>
        </pc:sldMkLst>
      </pc:sldChg>
      <pc:sldChg chg="addSp delSp modSp new del mod">
        <pc:chgData name="Björn Meder HMU Potsdam" userId="d258dbf6-ab6a-4282-851d-9abdcd54331d" providerId="ADAL" clId="{20107F4C-D775-7C4D-A441-10F463998D58}" dt="2025-03-06T16:10:47.416" v="1658" actId="2696"/>
        <pc:sldMkLst>
          <pc:docMk/>
          <pc:sldMk cId="1625184497" sldId="261"/>
        </pc:sldMkLst>
      </pc:sldChg>
      <pc:sldChg chg="addSp delSp modSp new del mod">
        <pc:chgData name="Björn Meder HMU Potsdam" userId="d258dbf6-ab6a-4282-851d-9abdcd54331d" providerId="ADAL" clId="{20107F4C-D775-7C4D-A441-10F463998D58}" dt="2025-03-08T09:07:31.782" v="2875" actId="2696"/>
        <pc:sldMkLst>
          <pc:docMk/>
          <pc:sldMk cId="3393944412" sldId="261"/>
        </pc:sldMkLst>
      </pc:sldChg>
      <pc:sldChg chg="addSp delSp modSp add mod">
        <pc:chgData name="Björn Meder HMU Potsdam" userId="d258dbf6-ab6a-4282-851d-9abdcd54331d" providerId="ADAL" clId="{20107F4C-D775-7C4D-A441-10F463998D58}" dt="2025-03-07T16:45:59.918" v="2776" actId="1076"/>
        <pc:sldMkLst>
          <pc:docMk/>
          <pc:sldMk cId="929979454" sldId="262"/>
        </pc:sldMkLst>
        <pc:spChg chg="add 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28" creationId="{BFEE26B0-1B03-56C3-25AA-CB93BFDAE87F}"/>
          </ac:spMkLst>
        </pc:spChg>
        <pc:spChg chg="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30" creationId="{E1194AE6-8DAE-B902-B933-6D9998BA4F99}"/>
          </ac:spMkLst>
        </pc:spChg>
        <pc:spChg chg="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31" creationId="{24671809-86B1-CC3B-5C1F-FCB64B5945B5}"/>
          </ac:spMkLst>
        </pc:spChg>
        <pc:spChg chg="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32" creationId="{28C18985-F8E1-C8B7-EED1-AA34D2BFE0E4}"/>
          </ac:spMkLst>
        </pc:spChg>
        <pc:spChg chg="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36" creationId="{76D98EB6-A957-F02A-5F74-F46800914ACB}"/>
          </ac:spMkLst>
        </pc:spChg>
        <pc:spChg chg="add 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39" creationId="{FCC684B7-7EA0-F0E2-3602-4481C120BA2E}"/>
          </ac:spMkLst>
        </pc:spChg>
        <pc:spChg chg="add 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40" creationId="{7C63AD3E-1E11-C484-CEEA-5A3F06928A8B}"/>
          </ac:spMkLst>
        </pc:spChg>
        <pc:spChg chg="add 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42" creationId="{05574A7C-7678-DF52-2B93-01C91647C492}"/>
          </ac:spMkLst>
        </pc:spChg>
        <pc:spChg chg="add 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45" creationId="{00F9158B-554C-E0D3-0ED6-4415CEE3492B}"/>
          </ac:spMkLst>
        </pc:spChg>
        <pc:spChg chg="add mod">
          <ac:chgData name="Björn Meder HMU Potsdam" userId="d258dbf6-ab6a-4282-851d-9abdcd54331d" providerId="ADAL" clId="{20107F4C-D775-7C4D-A441-10F463998D58}" dt="2025-03-06T21:56:02.539" v="2651"/>
          <ac:spMkLst>
            <pc:docMk/>
            <pc:sldMk cId="929979454" sldId="262"/>
            <ac:spMk id="46" creationId="{E6A27456-CA6D-8273-DE9D-F99DE1E893A4}"/>
          </ac:spMkLst>
        </pc:spChg>
        <pc:spChg chg="mod topLvl">
          <ac:chgData name="Björn Meder HMU Potsdam" userId="d258dbf6-ab6a-4282-851d-9abdcd54331d" providerId="ADAL" clId="{20107F4C-D775-7C4D-A441-10F463998D58}" dt="2025-03-06T21:54:15.680" v="2640" actId="207"/>
          <ac:spMkLst>
            <pc:docMk/>
            <pc:sldMk cId="929979454" sldId="262"/>
            <ac:spMk id="61" creationId="{11E87C49-8ED2-A8B6-D209-89B6B9D9F90E}"/>
          </ac:spMkLst>
        </pc:spChg>
        <pc:spChg chg="mod topLvl">
          <ac:chgData name="Björn Meder HMU Potsdam" userId="d258dbf6-ab6a-4282-851d-9abdcd54331d" providerId="ADAL" clId="{20107F4C-D775-7C4D-A441-10F463998D58}" dt="2025-03-06T21:54:20.384" v="2641" actId="207"/>
          <ac:spMkLst>
            <pc:docMk/>
            <pc:sldMk cId="929979454" sldId="262"/>
            <ac:spMk id="62" creationId="{4A1FC0E1-E8CC-2BA1-CC41-D66AA47AC8EB}"/>
          </ac:spMkLst>
        </pc:spChg>
        <pc:spChg chg="mod topLvl">
          <ac:chgData name="Björn Meder HMU Potsdam" userId="d258dbf6-ab6a-4282-851d-9abdcd54331d" providerId="ADAL" clId="{20107F4C-D775-7C4D-A441-10F463998D58}" dt="2025-03-06T21:54:24.359" v="2642" actId="207"/>
          <ac:spMkLst>
            <pc:docMk/>
            <pc:sldMk cId="929979454" sldId="262"/>
            <ac:spMk id="63" creationId="{FBF0D5E1-5E36-C5E2-B857-4B54AEE49ACC}"/>
          </ac:spMkLst>
        </pc:spChg>
        <pc:spChg chg="topLvl">
          <ac:chgData name="Björn Meder HMU Potsdam" userId="d258dbf6-ab6a-4282-851d-9abdcd54331d" providerId="ADAL" clId="{20107F4C-D775-7C4D-A441-10F463998D58}" dt="2025-03-06T21:53:33.639" v="2545" actId="165"/>
          <ac:spMkLst>
            <pc:docMk/>
            <pc:sldMk cId="929979454" sldId="262"/>
            <ac:spMk id="66" creationId="{3FA5BC53-D001-1284-9A69-5FF1A4F8B399}"/>
          </ac:spMkLst>
        </pc:spChg>
        <pc:spChg chg="topLvl">
          <ac:chgData name="Björn Meder HMU Potsdam" userId="d258dbf6-ab6a-4282-851d-9abdcd54331d" providerId="ADAL" clId="{20107F4C-D775-7C4D-A441-10F463998D58}" dt="2025-03-06T21:53:33.639" v="2545" actId="165"/>
          <ac:spMkLst>
            <pc:docMk/>
            <pc:sldMk cId="929979454" sldId="262"/>
            <ac:spMk id="67" creationId="{D367D8AC-83A3-48D9-2251-C2F92DA23CF5}"/>
          </ac:spMkLst>
        </pc:spChg>
        <pc:spChg chg="topLvl">
          <ac:chgData name="Björn Meder HMU Potsdam" userId="d258dbf6-ab6a-4282-851d-9abdcd54331d" providerId="ADAL" clId="{20107F4C-D775-7C4D-A441-10F463998D58}" dt="2025-03-06T21:53:33.639" v="2545" actId="165"/>
          <ac:spMkLst>
            <pc:docMk/>
            <pc:sldMk cId="929979454" sldId="262"/>
            <ac:spMk id="69" creationId="{39B2FD23-4A43-D447-1E99-1E92F6A4C9E8}"/>
          </ac:spMkLst>
        </pc:spChg>
        <pc:spChg chg="mod">
          <ac:chgData name="Björn Meder HMU Potsdam" userId="d258dbf6-ab6a-4282-851d-9abdcd54331d" providerId="ADAL" clId="{20107F4C-D775-7C4D-A441-10F463998D58}" dt="2025-03-06T21:54:36.766" v="2644" actId="207"/>
          <ac:spMkLst>
            <pc:docMk/>
            <pc:sldMk cId="929979454" sldId="262"/>
            <ac:spMk id="123" creationId="{9EA0D9DD-46AB-DEE1-43EF-B48A77EEA6EC}"/>
          </ac:spMkLst>
        </pc:spChg>
        <pc:spChg chg="mod">
          <ac:chgData name="Björn Meder HMU Potsdam" userId="d258dbf6-ab6a-4282-851d-9abdcd54331d" providerId="ADAL" clId="{20107F4C-D775-7C4D-A441-10F463998D58}" dt="2025-03-06T21:54:43.756" v="2645" actId="207"/>
          <ac:spMkLst>
            <pc:docMk/>
            <pc:sldMk cId="929979454" sldId="262"/>
            <ac:spMk id="124" creationId="{038C4C4A-1E54-2A84-1B02-8056D9587C07}"/>
          </ac:spMkLst>
        </pc:spChg>
        <pc:spChg chg="mod">
          <ac:chgData name="Björn Meder HMU Potsdam" userId="d258dbf6-ab6a-4282-851d-9abdcd54331d" providerId="ADAL" clId="{20107F4C-D775-7C4D-A441-10F463998D58}" dt="2025-03-06T21:54:45.942" v="2646" actId="207"/>
          <ac:spMkLst>
            <pc:docMk/>
            <pc:sldMk cId="929979454" sldId="262"/>
            <ac:spMk id="125" creationId="{6DDB8918-ACE4-ABA3-C712-A3312E5D8DDB}"/>
          </ac:spMkLst>
        </pc:spChg>
        <pc:spChg chg="mod">
          <ac:chgData name="Björn Meder HMU Potsdam" userId="d258dbf6-ab6a-4282-851d-9abdcd54331d" providerId="ADAL" clId="{20107F4C-D775-7C4D-A441-10F463998D58}" dt="2025-03-06T22:06:36.040" v="2756" actId="20577"/>
          <ac:spMkLst>
            <pc:docMk/>
            <pc:sldMk cId="929979454" sldId="262"/>
            <ac:spMk id="135" creationId="{05370BA7-B11C-F422-01F9-5C4AE239928E}"/>
          </ac:spMkLst>
        </pc:spChg>
        <pc:spChg chg="mod topLvl">
          <ac:chgData name="Björn Meder HMU Potsdam" userId="d258dbf6-ab6a-4282-851d-9abdcd54331d" providerId="ADAL" clId="{20107F4C-D775-7C4D-A441-10F463998D58}" dt="2025-03-06T21:53:33.639" v="2545" actId="165"/>
          <ac:spMkLst>
            <pc:docMk/>
            <pc:sldMk cId="929979454" sldId="262"/>
            <ac:spMk id="164" creationId="{4A4D052E-3A01-C8AB-FEB1-90E24A6B4C7C}"/>
          </ac:spMkLst>
        </pc:spChg>
        <pc:spChg chg="mod">
          <ac:chgData name="Björn Meder HMU Potsdam" userId="d258dbf6-ab6a-4282-851d-9abdcd54331d" providerId="ADAL" clId="{20107F4C-D775-7C4D-A441-10F463998D58}" dt="2025-03-06T21:52:54.320" v="2508" actId="1035"/>
          <ac:spMkLst>
            <pc:docMk/>
            <pc:sldMk cId="929979454" sldId="262"/>
            <ac:spMk id="165" creationId="{DB68554F-AAFE-89A5-5C95-B8D236FEE9A9}"/>
          </ac:spMkLst>
        </pc:spChg>
        <pc:spChg chg="mod">
          <ac:chgData name="Björn Meder HMU Potsdam" userId="d258dbf6-ab6a-4282-851d-9abdcd54331d" providerId="ADAL" clId="{20107F4C-D775-7C4D-A441-10F463998D58}" dt="2025-03-06T21:53:46.252" v="2546" actId="552"/>
          <ac:spMkLst>
            <pc:docMk/>
            <pc:sldMk cId="929979454" sldId="262"/>
            <ac:spMk id="167" creationId="{CD45E90B-B874-A939-A291-E3CAE48C5A7F}"/>
          </ac:spMkLst>
        </pc:spChg>
        <pc:spChg chg="mod topLvl">
          <ac:chgData name="Björn Meder HMU Potsdam" userId="d258dbf6-ab6a-4282-851d-9abdcd54331d" providerId="ADAL" clId="{20107F4C-D775-7C4D-A441-10F463998D58}" dt="2025-03-06T21:53:46.252" v="2546" actId="552"/>
          <ac:spMkLst>
            <pc:docMk/>
            <pc:sldMk cId="929979454" sldId="262"/>
            <ac:spMk id="168" creationId="{F4104AC3-EBF2-C537-9348-A37086399C63}"/>
          </ac:spMkLst>
        </pc:spChg>
        <pc:spChg chg="mod">
          <ac:chgData name="Björn Meder HMU Potsdam" userId="d258dbf6-ab6a-4282-851d-9abdcd54331d" providerId="ADAL" clId="{20107F4C-D775-7C4D-A441-10F463998D58}" dt="2025-03-07T13:12:50.423" v="2768" actId="20577"/>
          <ac:spMkLst>
            <pc:docMk/>
            <pc:sldMk cId="929979454" sldId="262"/>
            <ac:spMk id="220" creationId="{77F1BBE2-D5BF-DC8A-67C7-AFE975BD36D0}"/>
          </ac:spMkLst>
        </pc:spChg>
        <pc:spChg chg="mod">
          <ac:chgData name="Björn Meder HMU Potsdam" userId="d258dbf6-ab6a-4282-851d-9abdcd54331d" providerId="ADAL" clId="{20107F4C-D775-7C4D-A441-10F463998D58}" dt="2025-03-06T22:06:37.689" v="2758" actId="20577"/>
          <ac:spMkLst>
            <pc:docMk/>
            <pc:sldMk cId="929979454" sldId="262"/>
            <ac:spMk id="223" creationId="{2AE92399-374E-7D87-34D0-8FDBD335FFD1}"/>
          </ac:spMkLst>
        </pc:spChg>
        <pc:graphicFrameChg chg="modGraphic">
          <ac:chgData name="Björn Meder HMU Potsdam" userId="d258dbf6-ab6a-4282-851d-9abdcd54331d" providerId="ADAL" clId="{20107F4C-D775-7C4D-A441-10F463998D58}" dt="2025-03-07T13:11:53.397" v="2759" actId="20577"/>
          <ac:graphicFrameMkLst>
            <pc:docMk/>
            <pc:sldMk cId="929979454" sldId="262"/>
            <ac:graphicFrameMk id="217" creationId="{4372DB60-E33F-0BC0-3B28-C9A3E7C46DE4}"/>
          </ac:graphicFrameMkLst>
        </pc:graphicFrameChg>
        <pc:picChg chg="add mod">
          <ac:chgData name="Björn Meder HMU Potsdam" userId="d258dbf6-ab6a-4282-851d-9abdcd54331d" providerId="ADAL" clId="{20107F4C-D775-7C4D-A441-10F463998D58}" dt="2025-03-07T16:45:59.918" v="2776" actId="1076"/>
          <ac:picMkLst>
            <pc:docMk/>
            <pc:sldMk cId="929979454" sldId="262"/>
            <ac:picMk id="4" creationId="{D9EFFC31-87B8-B686-7E85-45CDF0DE34B8}"/>
          </ac:picMkLst>
        </pc:picChg>
        <pc:picChg chg="add mod">
          <ac:chgData name="Björn Meder HMU Potsdam" userId="d258dbf6-ab6a-4282-851d-9abdcd54331d" providerId="ADAL" clId="{20107F4C-D775-7C4D-A441-10F463998D58}" dt="2025-03-06T22:04:32.650" v="2693" actId="1076"/>
          <ac:picMkLst>
            <pc:docMk/>
            <pc:sldMk cId="929979454" sldId="262"/>
            <ac:picMk id="71" creationId="{8A833ACA-6F47-CE92-A92A-A00CDAB47EE3}"/>
          </ac:picMkLst>
        </pc:picChg>
        <pc:picChg chg="add mod">
          <ac:chgData name="Björn Meder HMU Potsdam" userId="d258dbf6-ab6a-4282-851d-9abdcd54331d" providerId="ADAL" clId="{20107F4C-D775-7C4D-A441-10F463998D58}" dt="2025-03-06T22:06:13.645" v="2710" actId="1076"/>
          <ac:picMkLst>
            <pc:docMk/>
            <pc:sldMk cId="929979454" sldId="262"/>
            <ac:picMk id="78" creationId="{3F71E08D-BEC4-CB03-2F52-D96B7FD99479}"/>
          </ac:picMkLst>
        </pc:picChg>
        <pc:picChg chg="add mod">
          <ac:chgData name="Björn Meder HMU Potsdam" userId="d258dbf6-ab6a-4282-851d-9abdcd54331d" providerId="ADAL" clId="{20107F4C-D775-7C4D-A441-10F463998D58}" dt="2025-03-06T22:05:55.280" v="2707"/>
          <ac:picMkLst>
            <pc:docMk/>
            <pc:sldMk cId="929979454" sldId="262"/>
            <ac:picMk id="88" creationId="{9F359B33-86A1-1E96-195C-90905154ECAF}"/>
          </ac:picMkLst>
        </pc:picChg>
        <pc:cxnChg chg="topLvl">
          <ac:chgData name="Björn Meder HMU Potsdam" userId="d258dbf6-ab6a-4282-851d-9abdcd54331d" providerId="ADAL" clId="{20107F4C-D775-7C4D-A441-10F463998D58}" dt="2025-03-06T21:53:33.639" v="2545" actId="165"/>
          <ac:cxnSpMkLst>
            <pc:docMk/>
            <pc:sldMk cId="929979454" sldId="262"/>
            <ac:cxnSpMk id="64" creationId="{C105C040-8300-94E7-8A0D-7E8F87867A10}"/>
          </ac:cxnSpMkLst>
        </pc:cxnChg>
      </pc:sldChg>
      <pc:sldChg chg="new del">
        <pc:chgData name="Björn Meder HMU Potsdam" userId="d258dbf6-ab6a-4282-851d-9abdcd54331d" providerId="ADAL" clId="{20107F4C-D775-7C4D-A441-10F463998D58}" dt="2025-03-06T16:11:06.772" v="1688" actId="2696"/>
        <pc:sldMkLst>
          <pc:docMk/>
          <pc:sldMk cId="4245298123" sldId="262"/>
        </pc:sldMkLst>
      </pc:sldChg>
      <pc:sldChg chg="addSp delSp modSp add mod ord">
        <pc:chgData name="Björn Meder HMU Potsdam" userId="d258dbf6-ab6a-4282-851d-9abdcd54331d" providerId="ADAL" clId="{20107F4C-D775-7C4D-A441-10F463998D58}" dt="2025-03-09T11:03:26.792" v="3299" actId="6549"/>
        <pc:sldMkLst>
          <pc:docMk/>
          <pc:sldMk cId="1174820594" sldId="263"/>
        </pc:sldMkLst>
        <pc:spChg chg="add 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2" creationId="{925AF125-1B88-DC96-46D7-E6496E113849}"/>
          </ac:spMkLst>
        </pc:spChg>
        <pc:spChg chg="add mod">
          <ac:chgData name="Björn Meder HMU Potsdam" userId="d258dbf6-ab6a-4282-851d-9abdcd54331d" providerId="ADAL" clId="{20107F4C-D775-7C4D-A441-10F463998D58}" dt="2025-03-08T10:02:04.448" v="3195" actId="2711"/>
          <ac:spMkLst>
            <pc:docMk/>
            <pc:sldMk cId="1174820594" sldId="263"/>
            <ac:spMk id="6" creationId="{D50313C6-33B5-B2AE-B01A-ACE66053FDE2}"/>
          </ac:spMkLst>
        </pc:spChg>
        <pc:spChg chg="add del mod">
          <ac:chgData name="Björn Meder HMU Potsdam" userId="d258dbf6-ab6a-4282-851d-9abdcd54331d" providerId="ADAL" clId="{20107F4C-D775-7C4D-A441-10F463998D58}" dt="2025-03-08T09:14:38.110" v="3066" actId="478"/>
          <ac:spMkLst>
            <pc:docMk/>
            <pc:sldMk cId="1174820594" sldId="263"/>
            <ac:spMk id="7" creationId="{00ADEE45-5E3D-70B1-2C85-312AF9C5704F}"/>
          </ac:spMkLst>
        </pc:spChg>
        <pc:spChg chg="add mod">
          <ac:chgData name="Björn Meder HMU Potsdam" userId="d258dbf6-ab6a-4282-851d-9abdcd54331d" providerId="ADAL" clId="{20107F4C-D775-7C4D-A441-10F463998D58}" dt="2025-03-08T10:02:04.448" v="3195" actId="2711"/>
          <ac:spMkLst>
            <pc:docMk/>
            <pc:sldMk cId="1174820594" sldId="263"/>
            <ac:spMk id="8" creationId="{CF81C4F6-C9BF-4C3E-6855-D44698A99115}"/>
          </ac:spMkLst>
        </pc:spChg>
        <pc:spChg chg="add mod">
          <ac:chgData name="Björn Meder HMU Potsdam" userId="d258dbf6-ab6a-4282-851d-9abdcd54331d" providerId="ADAL" clId="{20107F4C-D775-7C4D-A441-10F463998D58}" dt="2025-03-08T10:02:04.448" v="3195" actId="2711"/>
          <ac:spMkLst>
            <pc:docMk/>
            <pc:sldMk cId="1174820594" sldId="263"/>
            <ac:spMk id="20" creationId="{1EBA3197-55FA-DB44-3D4B-40A9CD643749}"/>
          </ac:spMkLst>
        </pc:spChg>
        <pc:spChg chg="add mod">
          <ac:chgData name="Björn Meder HMU Potsdam" userId="d258dbf6-ab6a-4282-851d-9abdcd54331d" providerId="ADAL" clId="{20107F4C-D775-7C4D-A441-10F463998D58}" dt="2025-03-08T09:20:43.145" v="3107" actId="555"/>
          <ac:spMkLst>
            <pc:docMk/>
            <pc:sldMk cId="1174820594" sldId="263"/>
            <ac:spMk id="21" creationId="{A21DA58B-E02E-7037-4E79-70021D8F4768}"/>
          </ac:spMkLst>
        </pc:spChg>
        <pc:spChg chg="add mod">
          <ac:chgData name="Björn Meder HMU Potsdam" userId="d258dbf6-ab6a-4282-851d-9abdcd54331d" providerId="ADAL" clId="{20107F4C-D775-7C4D-A441-10F463998D58}" dt="2025-03-08T09:20:43.145" v="3107" actId="555"/>
          <ac:spMkLst>
            <pc:docMk/>
            <pc:sldMk cId="1174820594" sldId="263"/>
            <ac:spMk id="23" creationId="{1406D428-3F80-5EFF-1B4D-9C6CBB065852}"/>
          </ac:spMkLst>
        </pc:spChg>
        <pc:spChg chg="add mod">
          <ac:chgData name="Björn Meder HMU Potsdam" userId="d258dbf6-ab6a-4282-851d-9abdcd54331d" providerId="ADAL" clId="{20107F4C-D775-7C4D-A441-10F463998D58}" dt="2025-03-09T11:03:26.792" v="3299" actId="6549"/>
          <ac:spMkLst>
            <pc:docMk/>
            <pc:sldMk cId="1174820594" sldId="263"/>
            <ac:spMk id="24" creationId="{9F51DE07-03FB-34D4-8FC4-3A14AD4C206B}"/>
          </ac:spMkLst>
        </pc:spChg>
        <pc:spChg chg="add del mod">
          <ac:chgData name="Björn Meder HMU Potsdam" userId="d258dbf6-ab6a-4282-851d-9abdcd54331d" providerId="ADAL" clId="{20107F4C-D775-7C4D-A441-10F463998D58}" dt="2025-03-08T10:01:57.352" v="3194"/>
          <ac:spMkLst>
            <pc:docMk/>
            <pc:sldMk cId="1174820594" sldId="263"/>
            <ac:spMk id="25" creationId="{2798A703-806E-355F-63CA-C19E7B5AA6D0}"/>
          </ac:spMkLst>
        </pc:spChg>
        <pc:spChg chg="add mod">
          <ac:chgData name="Björn Meder HMU Potsdam" userId="d258dbf6-ab6a-4282-851d-9abdcd54331d" providerId="ADAL" clId="{20107F4C-D775-7C4D-A441-10F463998D58}" dt="2025-03-08T10:04:32.898" v="3259" actId="552"/>
          <ac:spMkLst>
            <pc:docMk/>
            <pc:sldMk cId="1174820594" sldId="263"/>
            <ac:spMk id="26" creationId="{F967C485-DAD8-DBFF-F5CF-44EE5F5386B7}"/>
          </ac:spMkLst>
        </pc:spChg>
        <pc:spChg chg="add del mod">
          <ac:chgData name="Björn Meder HMU Potsdam" userId="d258dbf6-ab6a-4282-851d-9abdcd54331d" providerId="ADAL" clId="{20107F4C-D775-7C4D-A441-10F463998D58}" dt="2025-03-08T10:02:49.862" v="3218" actId="478"/>
          <ac:spMkLst>
            <pc:docMk/>
            <pc:sldMk cId="1174820594" sldId="263"/>
            <ac:spMk id="27" creationId="{83897A56-51C0-57A1-8084-45473F87750A}"/>
          </ac:spMkLst>
        </pc:spChg>
        <pc:spChg chg="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28" creationId="{B75843B8-92A5-951F-E9EA-1ED79BA4025C}"/>
          </ac:spMkLst>
        </pc:spChg>
        <pc:spChg chg="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37" creationId="{B779C3B9-7E3E-B83D-E94F-016B50E39B70}"/>
          </ac:spMkLst>
        </pc:spChg>
        <pc:spChg chg="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40" creationId="{4E132B71-A140-C83F-5BBE-05BF9FAECF5E}"/>
          </ac:spMkLst>
        </pc:spChg>
        <pc:spChg chg="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41" creationId="{3764A27E-5D60-959E-70A8-F1C0BA825057}"/>
          </ac:spMkLst>
        </pc:spChg>
        <pc:spChg chg="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42" creationId="{624DAF7C-BFCD-77E2-9ADE-862D8B46EB65}"/>
          </ac:spMkLst>
        </pc:spChg>
        <pc:spChg chg="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45" creationId="{F2E6B3EA-68FA-808E-5B03-B8FA3627A66F}"/>
          </ac:spMkLst>
        </pc:spChg>
        <pc:spChg chg="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48" creationId="{98B28F19-A9FE-F9BC-4858-E2E35E270412}"/>
          </ac:spMkLst>
        </pc:spChg>
        <pc:spChg chg="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50" creationId="{C779F3EC-82CC-6DD1-BAF7-23C32738FA7A}"/>
          </ac:spMkLst>
        </pc:spChg>
        <pc:spChg chg="add mod">
          <ac:chgData name="Björn Meder HMU Potsdam" userId="d258dbf6-ab6a-4282-851d-9abdcd54331d" providerId="ADAL" clId="{20107F4C-D775-7C4D-A441-10F463998D58}" dt="2025-03-08T10:04:32.898" v="3259" actId="552"/>
          <ac:spMkLst>
            <pc:docMk/>
            <pc:sldMk cId="1174820594" sldId="263"/>
            <ac:spMk id="51" creationId="{B798857D-E4A1-374D-951B-917C4BD1A7F6}"/>
          </ac:spMkLst>
        </pc:spChg>
        <pc:spChg chg="add mod">
          <ac:chgData name="Björn Meder HMU Potsdam" userId="d258dbf6-ab6a-4282-851d-9abdcd54331d" providerId="ADAL" clId="{20107F4C-D775-7C4D-A441-10F463998D58}" dt="2025-03-08T10:04:32.898" v="3259" actId="552"/>
          <ac:spMkLst>
            <pc:docMk/>
            <pc:sldMk cId="1174820594" sldId="263"/>
            <ac:spMk id="52" creationId="{67B80C59-D13C-2D4B-1027-C68AF39BFB19}"/>
          </ac:spMkLst>
        </pc:spChg>
        <pc:spChg chg="add mod">
          <ac:chgData name="Björn Meder HMU Potsdam" userId="d258dbf6-ab6a-4282-851d-9abdcd54331d" providerId="ADAL" clId="{20107F4C-D775-7C4D-A441-10F463998D58}" dt="2025-03-08T10:04:32.898" v="3259" actId="552"/>
          <ac:spMkLst>
            <pc:docMk/>
            <pc:sldMk cId="1174820594" sldId="263"/>
            <ac:spMk id="53" creationId="{5E1EF655-3650-6BB5-D246-5954AA26742D}"/>
          </ac:spMkLst>
        </pc:spChg>
        <pc:spChg chg="mod">
          <ac:chgData name="Björn Meder HMU Potsdam" userId="d258dbf6-ab6a-4282-851d-9abdcd54331d" providerId="ADAL" clId="{20107F4C-D775-7C4D-A441-10F463998D58}" dt="2025-03-08T10:02:13.248" v="3196" actId="113"/>
          <ac:spMkLst>
            <pc:docMk/>
            <pc:sldMk cId="1174820594" sldId="263"/>
            <ac:spMk id="82" creationId="{1C3AA9EA-8267-8515-39BF-FA95989C76CD}"/>
          </ac:spMkLst>
        </pc:spChg>
        <pc:spChg chg="mod">
          <ac:chgData name="Björn Meder HMU Potsdam" userId="d258dbf6-ab6a-4282-851d-9abdcd54331d" providerId="ADAL" clId="{20107F4C-D775-7C4D-A441-10F463998D58}" dt="2025-03-08T10:02:13.248" v="3196" actId="113"/>
          <ac:spMkLst>
            <pc:docMk/>
            <pc:sldMk cId="1174820594" sldId="263"/>
            <ac:spMk id="83" creationId="{A43CBC2E-ED24-70FD-1416-4E2B74B68CE0}"/>
          </ac:spMkLst>
        </pc:spChg>
        <pc:spChg chg="mod">
          <ac:chgData name="Björn Meder HMU Potsdam" userId="d258dbf6-ab6a-4282-851d-9abdcd54331d" providerId="ADAL" clId="{20107F4C-D775-7C4D-A441-10F463998D58}" dt="2025-03-08T10:02:13.248" v="3196" actId="113"/>
          <ac:spMkLst>
            <pc:docMk/>
            <pc:sldMk cId="1174820594" sldId="263"/>
            <ac:spMk id="84" creationId="{6E25A6E3-DFF0-B9F7-E637-287EDD28D90D}"/>
          </ac:spMkLst>
        </pc:spChg>
        <pc:spChg chg="mod">
          <ac:chgData name="Björn Meder HMU Potsdam" userId="d258dbf6-ab6a-4282-851d-9abdcd54331d" providerId="ADAL" clId="{20107F4C-D775-7C4D-A441-10F463998D58}" dt="2025-03-08T10:02:13.248" v="3196" actId="113"/>
          <ac:spMkLst>
            <pc:docMk/>
            <pc:sldMk cId="1174820594" sldId="263"/>
            <ac:spMk id="85" creationId="{167C034A-CD48-03CD-57F3-F8D24770C052}"/>
          </ac:spMkLst>
        </pc:spChg>
        <pc:spChg chg="mod">
          <ac:chgData name="Björn Meder HMU Potsdam" userId="d258dbf6-ab6a-4282-851d-9abdcd54331d" providerId="ADAL" clId="{20107F4C-D775-7C4D-A441-10F463998D58}" dt="2025-03-08T10:02:13.248" v="3196" actId="113"/>
          <ac:spMkLst>
            <pc:docMk/>
            <pc:sldMk cId="1174820594" sldId="263"/>
            <ac:spMk id="135" creationId="{B1B06065-E523-36EE-AADB-8E7F20F9B9E5}"/>
          </ac:spMkLst>
        </pc:spChg>
        <pc:spChg chg="mod">
          <ac:chgData name="Björn Meder HMU Potsdam" userId="d258dbf6-ab6a-4282-851d-9abdcd54331d" providerId="ADAL" clId="{20107F4C-D775-7C4D-A441-10F463998D58}" dt="2025-03-08T09:01:32.480" v="2844" actId="1036"/>
          <ac:spMkLst>
            <pc:docMk/>
            <pc:sldMk cId="1174820594" sldId="263"/>
            <ac:spMk id="219" creationId="{6E8DB8FD-7F59-AA0E-20C7-80262CD29212}"/>
          </ac:spMkLst>
        </pc:spChg>
        <pc:spChg chg="del mod">
          <ac:chgData name="Björn Meder HMU Potsdam" userId="d258dbf6-ab6a-4282-851d-9abdcd54331d" providerId="ADAL" clId="{20107F4C-D775-7C4D-A441-10F463998D58}" dt="2025-03-08T08:25:43.821" v="2792" actId="478"/>
          <ac:spMkLst>
            <pc:docMk/>
            <pc:sldMk cId="1174820594" sldId="263"/>
            <ac:spMk id="220" creationId="{484E5899-9335-14BA-0838-DA3FA0CC496F}"/>
          </ac:spMkLst>
        </pc:spChg>
        <pc:spChg chg="del mod">
          <ac:chgData name="Björn Meder HMU Potsdam" userId="d258dbf6-ab6a-4282-851d-9abdcd54331d" providerId="ADAL" clId="{20107F4C-D775-7C4D-A441-10F463998D58}" dt="2025-03-08T08:25:43.821" v="2792" actId="478"/>
          <ac:spMkLst>
            <pc:docMk/>
            <pc:sldMk cId="1174820594" sldId="263"/>
            <ac:spMk id="221" creationId="{386C8B16-EDFE-1392-86C4-87874C5880E5}"/>
          </ac:spMkLst>
        </pc:spChg>
        <pc:spChg chg="del mod">
          <ac:chgData name="Björn Meder HMU Potsdam" userId="d258dbf6-ab6a-4282-851d-9abdcd54331d" providerId="ADAL" clId="{20107F4C-D775-7C4D-A441-10F463998D58}" dt="2025-03-08T08:25:43.821" v="2792" actId="478"/>
          <ac:spMkLst>
            <pc:docMk/>
            <pc:sldMk cId="1174820594" sldId="263"/>
            <ac:spMk id="222" creationId="{9228FF36-EB56-EBB6-7BB4-6E98A59086F5}"/>
          </ac:spMkLst>
        </pc:spChg>
        <pc:spChg chg="del mod">
          <ac:chgData name="Björn Meder HMU Potsdam" userId="d258dbf6-ab6a-4282-851d-9abdcd54331d" providerId="ADAL" clId="{20107F4C-D775-7C4D-A441-10F463998D58}" dt="2025-03-08T08:25:43.821" v="2792" actId="478"/>
          <ac:spMkLst>
            <pc:docMk/>
            <pc:sldMk cId="1174820594" sldId="263"/>
            <ac:spMk id="223" creationId="{3065EF6F-55BA-D12E-4054-A2A7C5166B96}"/>
          </ac:spMkLst>
        </pc:spChg>
        <pc:spChg chg="mod">
          <ac:chgData name="Björn Meder HMU Potsdam" userId="d258dbf6-ab6a-4282-851d-9abdcd54331d" providerId="ADAL" clId="{20107F4C-D775-7C4D-A441-10F463998D58}" dt="2025-03-08T08:26:16.507" v="2832" actId="1036"/>
          <ac:spMkLst>
            <pc:docMk/>
            <pc:sldMk cId="1174820594" sldId="263"/>
            <ac:spMk id="273" creationId="{7C5FC556-FF93-0869-D696-C7A978EEE409}"/>
          </ac:spMkLst>
        </pc:spChg>
        <pc:spChg chg="del">
          <ac:chgData name="Björn Meder HMU Potsdam" userId="d258dbf6-ab6a-4282-851d-9abdcd54331d" providerId="ADAL" clId="{20107F4C-D775-7C4D-A441-10F463998D58}" dt="2025-03-08T08:25:57.345" v="2816" actId="478"/>
          <ac:spMkLst>
            <pc:docMk/>
            <pc:sldMk cId="1174820594" sldId="263"/>
            <ac:spMk id="274" creationId="{D3D722CB-4E15-DD68-27DA-E9653D987D38}"/>
          </ac:spMkLst>
        </pc:spChg>
        <pc:grpChg chg="add mod">
          <ac:chgData name="Björn Meder HMU Potsdam" userId="d258dbf6-ab6a-4282-851d-9abdcd54331d" providerId="ADAL" clId="{20107F4C-D775-7C4D-A441-10F463998D58}" dt="2025-03-08T09:18:40.441" v="3088" actId="14100"/>
          <ac:grpSpMkLst>
            <pc:docMk/>
            <pc:sldMk cId="1174820594" sldId="263"/>
            <ac:grpSpMk id="22" creationId="{D279B410-C53E-9EAC-8FAE-0D55217860DA}"/>
          </ac:grpSpMkLst>
        </pc:grpChg>
        <pc:grpChg chg="mod">
          <ac:chgData name="Björn Meder HMU Potsdam" userId="d258dbf6-ab6a-4282-851d-9abdcd54331d" providerId="ADAL" clId="{20107F4C-D775-7C4D-A441-10F463998D58}" dt="2025-03-09T10:39:04.065" v="3278" actId="408"/>
          <ac:grpSpMkLst>
            <pc:docMk/>
            <pc:sldMk cId="1174820594" sldId="263"/>
            <ac:grpSpMk id="169" creationId="{FFCC56B2-2867-BC7B-C0F0-453AEA3EE4A4}"/>
          </ac:grpSpMkLst>
        </pc:grpChg>
        <pc:graphicFrameChg chg="mod">
          <ac:chgData name="Björn Meder HMU Potsdam" userId="d258dbf6-ab6a-4282-851d-9abdcd54331d" providerId="ADAL" clId="{20107F4C-D775-7C4D-A441-10F463998D58}" dt="2025-03-08T10:02:30.992" v="3213" actId="1076"/>
          <ac:graphicFrameMkLst>
            <pc:docMk/>
            <pc:sldMk cId="1174820594" sldId="263"/>
            <ac:graphicFrameMk id="38" creationId="{AA381EB9-9D4B-5E98-D27E-497C2194C399}"/>
          </ac:graphicFrameMkLst>
        </pc:graphicFrameChg>
        <pc:graphicFrameChg chg="modGraphic">
          <ac:chgData name="Björn Meder HMU Potsdam" userId="d258dbf6-ab6a-4282-851d-9abdcd54331d" providerId="ADAL" clId="{20107F4C-D775-7C4D-A441-10F463998D58}" dt="2025-03-08T09:51:42.796" v="3170" actId="20577"/>
          <ac:graphicFrameMkLst>
            <pc:docMk/>
            <pc:sldMk cId="1174820594" sldId="263"/>
            <ac:graphicFrameMk id="217" creationId="{2136D867-BE4E-86CF-1C6E-8F9D82CEE8F3}"/>
          </ac:graphicFrameMkLst>
        </pc:graphicFrameChg>
        <pc:graphicFrameChg chg="modGraphic">
          <ac:chgData name="Björn Meder HMU Potsdam" userId="d258dbf6-ab6a-4282-851d-9abdcd54331d" providerId="ADAL" clId="{20107F4C-D775-7C4D-A441-10F463998D58}" dt="2025-03-08T09:51:58.075" v="3187" actId="20577"/>
          <ac:graphicFrameMkLst>
            <pc:docMk/>
            <pc:sldMk cId="1174820594" sldId="263"/>
            <ac:graphicFrameMk id="218" creationId="{49557B4E-FA90-06D7-F365-0C422EDA8F2F}"/>
          </ac:graphicFrameMkLst>
        </pc:graphicFrameChg>
        <pc:picChg chg="mod">
          <ac:chgData name="Björn Meder HMU Potsdam" userId="d258dbf6-ab6a-4282-851d-9abdcd54331d" providerId="ADAL" clId="{20107F4C-D775-7C4D-A441-10F463998D58}" dt="2025-03-09T10:39:04.065" v="3278" actId="408"/>
          <ac:picMkLst>
            <pc:docMk/>
            <pc:sldMk cId="1174820594" sldId="263"/>
            <ac:picMk id="3" creationId="{4EA8E4A0-057C-B62D-06D1-79A369A69162}"/>
          </ac:picMkLst>
        </pc:picChg>
        <pc:picChg chg="mod">
          <ac:chgData name="Björn Meder HMU Potsdam" userId="d258dbf6-ab6a-4282-851d-9abdcd54331d" providerId="ADAL" clId="{20107F4C-D775-7C4D-A441-10F463998D58}" dt="2025-03-08T09:53:23.935" v="3191" actId="14100"/>
          <ac:picMkLst>
            <pc:docMk/>
            <pc:sldMk cId="1174820594" sldId="263"/>
            <ac:picMk id="4" creationId="{6B2DA92B-541F-0E26-D03B-FA3F4E0C0170}"/>
          </ac:picMkLst>
        </pc:picChg>
        <pc:picChg chg="mod">
          <ac:chgData name="Björn Meder HMU Potsdam" userId="d258dbf6-ab6a-4282-851d-9abdcd54331d" providerId="ADAL" clId="{20107F4C-D775-7C4D-A441-10F463998D58}" dt="2025-03-09T10:39:04.065" v="3278" actId="408"/>
          <ac:picMkLst>
            <pc:docMk/>
            <pc:sldMk cId="1174820594" sldId="263"/>
            <ac:picMk id="5" creationId="{11254FD7-E4A6-58D1-F668-93D117A019A9}"/>
          </ac:picMkLst>
        </pc:picChg>
        <pc:picChg chg="mod">
          <ac:chgData name="Björn Meder HMU Potsdam" userId="d258dbf6-ab6a-4282-851d-9abdcd54331d" providerId="ADAL" clId="{20107F4C-D775-7C4D-A441-10F463998D58}" dt="2025-03-09T10:39:04.065" v="3278" actId="408"/>
          <ac:picMkLst>
            <pc:docMk/>
            <pc:sldMk cId="1174820594" sldId="263"/>
            <ac:picMk id="9" creationId="{50279677-0D0A-8E16-A85A-81F995286E33}"/>
          </ac:picMkLst>
        </pc:picChg>
        <pc:picChg chg="mod">
          <ac:chgData name="Björn Meder HMU Potsdam" userId="d258dbf6-ab6a-4282-851d-9abdcd54331d" providerId="ADAL" clId="{20107F4C-D775-7C4D-A441-10F463998D58}" dt="2025-03-09T10:39:04.065" v="3278" actId="408"/>
          <ac:picMkLst>
            <pc:docMk/>
            <pc:sldMk cId="1174820594" sldId="263"/>
            <ac:picMk id="11" creationId="{77D4DA78-07BE-2CBA-246E-8166EA193F79}"/>
          </ac:picMkLst>
        </pc:picChg>
        <pc:picChg chg="mod">
          <ac:chgData name="Björn Meder HMU Potsdam" userId="d258dbf6-ab6a-4282-851d-9abdcd54331d" providerId="ADAL" clId="{20107F4C-D775-7C4D-A441-10F463998D58}" dt="2025-03-09T10:39:04.065" v="3278" actId="408"/>
          <ac:picMkLst>
            <pc:docMk/>
            <pc:sldMk cId="1174820594" sldId="263"/>
            <ac:picMk id="12" creationId="{9E9439E5-7AA6-BC42-D033-168E82974356}"/>
          </ac:picMkLst>
        </pc:picChg>
        <pc:picChg chg="mod">
          <ac:chgData name="Björn Meder HMU Potsdam" userId="d258dbf6-ab6a-4282-851d-9abdcd54331d" providerId="ADAL" clId="{20107F4C-D775-7C4D-A441-10F463998D58}" dt="2025-03-08T09:53:23.935" v="3191" actId="14100"/>
          <ac:picMkLst>
            <pc:docMk/>
            <pc:sldMk cId="1174820594" sldId="263"/>
            <ac:picMk id="71" creationId="{9C8B2BDE-3015-6AD5-4F96-1C5DFB494602}"/>
          </ac:picMkLst>
        </pc:picChg>
        <pc:picChg chg="mod">
          <ac:chgData name="Björn Meder HMU Potsdam" userId="d258dbf6-ab6a-4282-851d-9abdcd54331d" providerId="ADAL" clId="{20107F4C-D775-7C4D-A441-10F463998D58}" dt="2025-03-08T09:53:23.935" v="3191" actId="14100"/>
          <ac:picMkLst>
            <pc:docMk/>
            <pc:sldMk cId="1174820594" sldId="263"/>
            <ac:picMk id="78" creationId="{784CCC0B-4297-F240-AEC9-9139F16DEA13}"/>
          </ac:picMkLst>
        </pc:picChg>
        <pc:picChg chg="mod">
          <ac:chgData name="Björn Meder HMU Potsdam" userId="d258dbf6-ab6a-4282-851d-9abdcd54331d" providerId="ADAL" clId="{20107F4C-D775-7C4D-A441-10F463998D58}" dt="2025-03-08T09:53:23.935" v="3191" actId="14100"/>
          <ac:picMkLst>
            <pc:docMk/>
            <pc:sldMk cId="1174820594" sldId="263"/>
            <ac:picMk id="88" creationId="{EB596730-FD17-31EC-9C07-228E3294D5BA}"/>
          </ac:picMkLst>
        </pc:picChg>
        <pc:picChg chg="mod">
          <ac:chgData name="Björn Meder HMU Potsdam" userId="d258dbf6-ab6a-4282-851d-9abdcd54331d" providerId="ADAL" clId="{20107F4C-D775-7C4D-A441-10F463998D58}" dt="2025-03-09T10:38:54.495" v="3277" actId="408"/>
          <ac:picMkLst>
            <pc:docMk/>
            <pc:sldMk cId="1174820594" sldId="263"/>
            <ac:picMk id="263" creationId="{D9242501-62DC-40C1-B655-52C8C88E88D8}"/>
          </ac:picMkLst>
        </pc:picChg>
        <pc:picChg chg="mod">
          <ac:chgData name="Björn Meder HMU Potsdam" userId="d258dbf6-ab6a-4282-851d-9abdcd54331d" providerId="ADAL" clId="{20107F4C-D775-7C4D-A441-10F463998D58}" dt="2025-03-09T10:38:54.495" v="3277" actId="408"/>
          <ac:picMkLst>
            <pc:docMk/>
            <pc:sldMk cId="1174820594" sldId="263"/>
            <ac:picMk id="264" creationId="{7DA72D3D-0A01-DC8F-A0BF-FF056609D057}"/>
          </ac:picMkLst>
        </pc:picChg>
        <pc:picChg chg="mod">
          <ac:chgData name="Björn Meder HMU Potsdam" userId="d258dbf6-ab6a-4282-851d-9abdcd54331d" providerId="ADAL" clId="{20107F4C-D775-7C4D-A441-10F463998D58}" dt="2025-03-09T10:38:54.495" v="3277" actId="408"/>
          <ac:picMkLst>
            <pc:docMk/>
            <pc:sldMk cId="1174820594" sldId="263"/>
            <ac:picMk id="265" creationId="{CFBABDC4-B553-063A-5531-B3AB4D22297F}"/>
          </ac:picMkLst>
        </pc:picChg>
        <pc:picChg chg="mod">
          <ac:chgData name="Björn Meder HMU Potsdam" userId="d258dbf6-ab6a-4282-851d-9abdcd54331d" providerId="ADAL" clId="{20107F4C-D775-7C4D-A441-10F463998D58}" dt="2025-03-09T10:38:54.495" v="3277" actId="408"/>
          <ac:picMkLst>
            <pc:docMk/>
            <pc:sldMk cId="1174820594" sldId="263"/>
            <ac:picMk id="266" creationId="{3FE4C649-7B34-EA3E-B10E-6D8FC7297923}"/>
          </ac:picMkLst>
        </pc:picChg>
        <pc:picChg chg="mod">
          <ac:chgData name="Björn Meder HMU Potsdam" userId="d258dbf6-ab6a-4282-851d-9abdcd54331d" providerId="ADAL" clId="{20107F4C-D775-7C4D-A441-10F463998D58}" dt="2025-03-09T10:38:54.495" v="3277" actId="408"/>
          <ac:picMkLst>
            <pc:docMk/>
            <pc:sldMk cId="1174820594" sldId="263"/>
            <ac:picMk id="267" creationId="{5F6B49CD-895B-B6BD-5288-E88BF90AB4BF}"/>
          </ac:picMkLst>
        </pc:picChg>
        <pc:cxnChg chg="add mod">
          <ac:chgData name="Björn Meder HMU Potsdam" userId="d258dbf6-ab6a-4282-851d-9abdcd54331d" providerId="ADAL" clId="{20107F4C-D775-7C4D-A441-10F463998D58}" dt="2025-03-08T09:21:47.661" v="3137" actId="1036"/>
          <ac:cxnSpMkLst>
            <pc:docMk/>
            <pc:sldMk cId="1174820594" sldId="263"/>
            <ac:cxnSpMk id="13" creationId="{358CF8D3-F517-5046-10EB-9C589CB5DE41}"/>
          </ac:cxnSpMkLst>
        </pc:cxnChg>
        <pc:cxnChg chg="add mod">
          <ac:chgData name="Björn Meder HMU Potsdam" userId="d258dbf6-ab6a-4282-851d-9abdcd54331d" providerId="ADAL" clId="{20107F4C-D775-7C4D-A441-10F463998D58}" dt="2025-03-08T09:10:24.879" v="2951" actId="555"/>
          <ac:cxnSpMkLst>
            <pc:docMk/>
            <pc:sldMk cId="1174820594" sldId="263"/>
            <ac:cxnSpMk id="14" creationId="{EC405B42-8099-E96D-523A-4FEA05F894B0}"/>
          </ac:cxnSpMkLst>
        </pc:cxnChg>
        <pc:cxnChg chg="add mod">
          <ac:chgData name="Björn Meder HMU Potsdam" userId="d258dbf6-ab6a-4282-851d-9abdcd54331d" providerId="ADAL" clId="{20107F4C-D775-7C4D-A441-10F463998D58}" dt="2025-03-08T09:10:24.879" v="2951" actId="555"/>
          <ac:cxnSpMkLst>
            <pc:docMk/>
            <pc:sldMk cId="1174820594" sldId="263"/>
            <ac:cxnSpMk id="16" creationId="{195E69D3-59C6-3372-3E0A-E466DCCAA41C}"/>
          </ac:cxnSpMkLst>
        </pc:cxnChg>
        <pc:cxnChg chg="add mod">
          <ac:chgData name="Björn Meder HMU Potsdam" userId="d258dbf6-ab6a-4282-851d-9abdcd54331d" providerId="ADAL" clId="{20107F4C-D775-7C4D-A441-10F463998D58}" dt="2025-03-08T09:10:24.879" v="2951" actId="555"/>
          <ac:cxnSpMkLst>
            <pc:docMk/>
            <pc:sldMk cId="1174820594" sldId="263"/>
            <ac:cxnSpMk id="17" creationId="{154D8D41-230D-B701-81C3-299EB2440B85}"/>
          </ac:cxnSpMkLst>
        </pc:cxnChg>
        <pc:cxnChg chg="add mod">
          <ac:chgData name="Björn Meder HMU Potsdam" userId="d258dbf6-ab6a-4282-851d-9abdcd54331d" providerId="ADAL" clId="{20107F4C-D775-7C4D-A441-10F463998D58}" dt="2025-03-08T09:10:24.879" v="2951" actId="555"/>
          <ac:cxnSpMkLst>
            <pc:docMk/>
            <pc:sldMk cId="1174820594" sldId="263"/>
            <ac:cxnSpMk id="18" creationId="{39B4E21A-307B-6735-087A-5AB6C574D855}"/>
          </ac:cxnSpMkLst>
        </pc:cxnChg>
        <pc:cxnChg chg="add mod">
          <ac:chgData name="Björn Meder HMU Potsdam" userId="d258dbf6-ab6a-4282-851d-9abdcd54331d" providerId="ADAL" clId="{20107F4C-D775-7C4D-A441-10F463998D58}" dt="2025-03-08T09:10:24.879" v="2951" actId="555"/>
          <ac:cxnSpMkLst>
            <pc:docMk/>
            <pc:sldMk cId="1174820594" sldId="263"/>
            <ac:cxnSpMk id="19" creationId="{6EB9EB52-E71F-7085-F5D2-F8B53BC977AB}"/>
          </ac:cxnSpMkLst>
        </pc:cxnChg>
      </pc:sldChg>
      <pc:sldChg chg="delSp modSp add del mod">
        <pc:chgData name="Björn Meder HMU Potsdam" userId="d258dbf6-ab6a-4282-851d-9abdcd54331d" providerId="ADAL" clId="{20107F4C-D775-7C4D-A441-10F463998D58}" dt="2025-03-06T16:10:47.419" v="1659" actId="2696"/>
        <pc:sldMkLst>
          <pc:docMk/>
          <pc:sldMk cId="2121290556" sldId="263"/>
        </pc:sldMkLst>
      </pc:sldChg>
      <pc:sldChg chg="addSp delSp modSp new mod">
        <pc:chgData name="Björn Meder HMU Potsdam" userId="d258dbf6-ab6a-4282-851d-9abdcd54331d" providerId="ADAL" clId="{20107F4C-D775-7C4D-A441-10F463998D58}" dt="2025-03-09T11:38:06.983" v="3391" actId="1076"/>
        <pc:sldMkLst>
          <pc:docMk/>
          <pc:sldMk cId="1468969436" sldId="264"/>
        </pc:sldMkLst>
        <pc:spChg chg="del">
          <ac:chgData name="Björn Meder HMU Potsdam" userId="d258dbf6-ab6a-4282-851d-9abdcd54331d" providerId="ADAL" clId="{20107F4C-D775-7C4D-A441-10F463998D58}" dt="2025-03-09T11:34:53.340" v="3301" actId="478"/>
          <ac:spMkLst>
            <pc:docMk/>
            <pc:sldMk cId="1468969436" sldId="264"/>
            <ac:spMk id="2" creationId="{67755DE7-D15C-BD8B-D2B2-41E4CFA49B9B}"/>
          </ac:spMkLst>
        </pc:spChg>
        <pc:spChg chg="del">
          <ac:chgData name="Björn Meder HMU Potsdam" userId="d258dbf6-ab6a-4282-851d-9abdcd54331d" providerId="ADAL" clId="{20107F4C-D775-7C4D-A441-10F463998D58}" dt="2025-03-09T11:34:53.340" v="3301" actId="478"/>
          <ac:spMkLst>
            <pc:docMk/>
            <pc:sldMk cId="1468969436" sldId="264"/>
            <ac:spMk id="3" creationId="{BBDFD487-DA37-EBE0-32EC-A70468E3DF2C}"/>
          </ac:spMkLst>
        </pc:spChg>
        <pc:spChg chg="del">
          <ac:chgData name="Björn Meder HMU Potsdam" userId="d258dbf6-ab6a-4282-851d-9abdcd54331d" providerId="ADAL" clId="{20107F4C-D775-7C4D-A441-10F463998D58}" dt="2025-03-09T11:34:53.340" v="3301" actId="478"/>
          <ac:spMkLst>
            <pc:docMk/>
            <pc:sldMk cId="1468969436" sldId="264"/>
            <ac:spMk id="4" creationId="{A0E30CDE-4801-7FD3-66F2-BE99F30776C3}"/>
          </ac:spMkLst>
        </pc:spChg>
        <pc:spChg chg="del">
          <ac:chgData name="Björn Meder HMU Potsdam" userId="d258dbf6-ab6a-4282-851d-9abdcd54331d" providerId="ADAL" clId="{20107F4C-D775-7C4D-A441-10F463998D58}" dt="2025-03-09T11:34:53.340" v="3301" actId="478"/>
          <ac:spMkLst>
            <pc:docMk/>
            <pc:sldMk cId="1468969436" sldId="264"/>
            <ac:spMk id="5" creationId="{5B680FA8-F240-2BC2-D748-22094E669938}"/>
          </ac:spMkLst>
        </pc:spChg>
        <pc:spChg chg="add mod">
          <ac:chgData name="Björn Meder HMU Potsdam" userId="d258dbf6-ab6a-4282-851d-9abdcd54331d" providerId="ADAL" clId="{20107F4C-D775-7C4D-A441-10F463998D58}" dt="2025-03-09T11:35:41.965" v="3345" actId="555"/>
          <ac:spMkLst>
            <pc:docMk/>
            <pc:sldMk cId="1468969436" sldId="264"/>
            <ac:spMk id="6" creationId="{BAE0BF25-2E06-2434-3631-F5155A9C3132}"/>
          </ac:spMkLst>
        </pc:spChg>
        <pc:spChg chg="add mod">
          <ac:chgData name="Björn Meder HMU Potsdam" userId="d258dbf6-ab6a-4282-851d-9abdcd54331d" providerId="ADAL" clId="{20107F4C-D775-7C4D-A441-10F463998D58}" dt="2025-03-09T11:35:47.256" v="3346" actId="1076"/>
          <ac:spMkLst>
            <pc:docMk/>
            <pc:sldMk cId="1468969436" sldId="264"/>
            <ac:spMk id="7" creationId="{BE6A6717-EEF6-3BAB-6F4D-F3EE425199A1}"/>
          </ac:spMkLst>
        </pc:spChg>
        <pc:spChg chg="add mod">
          <ac:chgData name="Björn Meder HMU Potsdam" userId="d258dbf6-ab6a-4282-851d-9abdcd54331d" providerId="ADAL" clId="{20107F4C-D775-7C4D-A441-10F463998D58}" dt="2025-03-09T11:37:11.764" v="3376" actId="1037"/>
          <ac:spMkLst>
            <pc:docMk/>
            <pc:sldMk cId="1468969436" sldId="264"/>
            <ac:spMk id="9" creationId="{D5B4EE5E-5881-39CA-F5A2-90EEBFD1B4EB}"/>
          </ac:spMkLst>
        </pc:spChg>
        <pc:spChg chg="add mod">
          <ac:chgData name="Björn Meder HMU Potsdam" userId="d258dbf6-ab6a-4282-851d-9abdcd54331d" providerId="ADAL" clId="{20107F4C-D775-7C4D-A441-10F463998D58}" dt="2025-03-09T11:37:11.764" v="3376" actId="1037"/>
          <ac:spMkLst>
            <pc:docMk/>
            <pc:sldMk cId="1468969436" sldId="264"/>
            <ac:spMk id="11" creationId="{8FAB1BCC-AC71-17C3-FA7A-66A22CBF8B0B}"/>
          </ac:spMkLst>
        </pc:spChg>
        <pc:spChg chg="add mod">
          <ac:chgData name="Björn Meder HMU Potsdam" userId="d258dbf6-ab6a-4282-851d-9abdcd54331d" providerId="ADAL" clId="{20107F4C-D775-7C4D-A441-10F463998D58}" dt="2025-03-09T11:37:28.697" v="3381" actId="1076"/>
          <ac:spMkLst>
            <pc:docMk/>
            <pc:sldMk cId="1468969436" sldId="264"/>
            <ac:spMk id="14" creationId="{8CAC2A1E-A53E-507F-F070-9BDF66ABDBCC}"/>
          </ac:spMkLst>
        </pc:spChg>
        <pc:spChg chg="add mod">
          <ac:chgData name="Björn Meder HMU Potsdam" userId="d258dbf6-ab6a-4282-851d-9abdcd54331d" providerId="ADAL" clId="{20107F4C-D775-7C4D-A441-10F463998D58}" dt="2025-03-09T11:38:06.983" v="3391" actId="1076"/>
          <ac:spMkLst>
            <pc:docMk/>
            <pc:sldMk cId="1468969436" sldId="264"/>
            <ac:spMk id="15" creationId="{374731B7-6D72-EEF9-5E2B-CEEB1B3AC18E}"/>
          </ac:spMkLst>
        </pc:spChg>
        <pc:picChg chg="add mod">
          <ac:chgData name="Björn Meder HMU Potsdam" userId="d258dbf6-ab6a-4282-851d-9abdcd54331d" providerId="ADAL" clId="{20107F4C-D775-7C4D-A441-10F463998D58}" dt="2025-03-09T11:37:11.764" v="3376" actId="1037"/>
          <ac:picMkLst>
            <pc:docMk/>
            <pc:sldMk cId="1468969436" sldId="264"/>
            <ac:picMk id="8" creationId="{B7ECC9BC-90E2-461F-0D09-DD5946056094}"/>
          </ac:picMkLst>
        </pc:picChg>
        <pc:picChg chg="add mod">
          <ac:chgData name="Björn Meder HMU Potsdam" userId="d258dbf6-ab6a-4282-851d-9abdcd54331d" providerId="ADAL" clId="{20107F4C-D775-7C4D-A441-10F463998D58}" dt="2025-03-09T11:37:11.764" v="3376" actId="1037"/>
          <ac:picMkLst>
            <pc:docMk/>
            <pc:sldMk cId="1468969436" sldId="264"/>
            <ac:picMk id="10" creationId="{A9DAD135-85DD-554B-8C45-80423543AEE9}"/>
          </ac:picMkLst>
        </pc:picChg>
        <pc:picChg chg="add mod">
          <ac:chgData name="Björn Meder HMU Potsdam" userId="d258dbf6-ab6a-4282-851d-9abdcd54331d" providerId="ADAL" clId="{20107F4C-D775-7C4D-A441-10F463998D58}" dt="2025-03-09T11:37:52.086" v="3388" actId="1076"/>
          <ac:picMkLst>
            <pc:docMk/>
            <pc:sldMk cId="1468969436" sldId="264"/>
            <ac:picMk id="12" creationId="{CAA74EA6-6A87-C7CE-37AF-922C8A146304}"/>
          </ac:picMkLst>
        </pc:picChg>
        <pc:picChg chg="add mod">
          <ac:chgData name="Björn Meder HMU Potsdam" userId="d258dbf6-ab6a-4282-851d-9abdcd54331d" providerId="ADAL" clId="{20107F4C-D775-7C4D-A441-10F463998D58}" dt="2025-03-09T11:38:02.965" v="3390" actId="1076"/>
          <ac:picMkLst>
            <pc:docMk/>
            <pc:sldMk cId="1468969436" sldId="264"/>
            <ac:picMk id="13" creationId="{0F7308BB-BD0E-A397-AA96-8846410045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0CBF1-7D38-1F44-BE16-6718D3DA3DDD}" type="datetimeFigureOut">
              <a:rPr lang="de-DE" smtClean="0"/>
              <a:t>26.08.26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72BBD-A0A6-364C-9AE1-A1113BA55C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389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4F14FA06-992A-6642-AEA2-9576A6BA7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10D0B835-74F2-AF4B-A603-37145FFF4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62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D6B0EE06-77F7-FA42-A6DB-B2EE35A8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758"/>
            <a:ext cx="10972800" cy="78330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2EA14C4-273D-BD42-A2BC-1B0732866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80899"/>
            <a:ext cx="10972800" cy="53206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00"/>
            </a:lvl1pPr>
            <a:lvl2pPr marL="715963" indent="-373063">
              <a:tabLst/>
              <a:defRPr sz="2000"/>
            </a:lvl2pPr>
            <a:lvl3pPr marL="1143000" indent="-228600">
              <a:buFont typeface="Wingdings" pitchFamily="2" charset="2"/>
              <a:buChar char="Ø"/>
              <a:defRPr sz="18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747C335F-5B97-9945-8F4B-A6F0EDDB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475" y="6590848"/>
            <a:ext cx="441067" cy="365126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Helvetica Light" panose="020B0403020202020204" pitchFamily="34" charset="0"/>
              </a:defRPr>
            </a:lvl1pPr>
          </a:lstStyle>
          <a:p>
            <a:fld id="{A0BAA8DF-8EAD-C44D-8D11-84E72FCC62F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AD11681-46E6-EF4E-A340-D444B9F415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64346" y="6592704"/>
            <a:ext cx="11646745" cy="2651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 b="0" i="0">
                <a:latin typeface="Helvetica Light" panose="020B0403020202020204" pitchFamily="34" charset="0"/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4550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05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1275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946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118566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400" b="0" i="0" kern="1200">
          <a:solidFill>
            <a:schemeClr val="tx1"/>
          </a:solidFill>
          <a:latin typeface="Helvetica Neue Light"/>
          <a:ea typeface="+mj-ea"/>
          <a:cs typeface="Helvetica Neue Light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400" b="0" i="0" kern="1200">
          <a:solidFill>
            <a:schemeClr val="tx1"/>
          </a:solidFill>
          <a:latin typeface="Helvetica Neue Light"/>
          <a:ea typeface="+mn-ea"/>
          <a:cs typeface="Helvetica Neue Light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charset="2"/>
        <a:buChar char="§"/>
        <a:defRPr sz="1800" b="0" i="0" kern="1200">
          <a:solidFill>
            <a:schemeClr val="tx1"/>
          </a:solidFill>
          <a:latin typeface="Helvetica Neue Light"/>
          <a:ea typeface="+mn-ea"/>
          <a:cs typeface="Helvetica Neue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Helvetica Neue Light"/>
          <a:ea typeface="+mn-ea"/>
          <a:cs typeface="Helvetica Neue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Helvetica Neue Light"/>
          <a:ea typeface="+mn-ea"/>
          <a:cs typeface="Helvetica Neue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Helvetica Neue Light"/>
          <a:ea typeface="+mn-ea"/>
          <a:cs typeface="Helvetica Neue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A8BA-9900-C801-B4A4-BC6724CB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904E5D-FA62-66D0-FEA2-3204ED0E5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263" y="575577"/>
            <a:ext cx="2340000" cy="23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3FB02DC-4718-C52D-E4D2-A76D4D67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438" y="575577"/>
            <a:ext cx="2340000" cy="2340000"/>
          </a:xfrm>
          <a:prstGeom prst="rect">
            <a:avLst/>
          </a:prstGeom>
        </p:spPr>
      </p:pic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714BB345-A0DB-1145-6008-4C0163A7620D}"/>
              </a:ext>
            </a:extLst>
          </p:cNvPr>
          <p:cNvGraphicFramePr>
            <a:graphicFrameLocks noGrp="1"/>
          </p:cNvGraphicFramePr>
          <p:nvPr/>
        </p:nvGraphicFramePr>
        <p:xfrm>
          <a:off x="320869" y="648562"/>
          <a:ext cx="1773408" cy="8556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91136">
                  <a:extLst>
                    <a:ext uri="{9D8B030D-6E8A-4147-A177-3AD203B41FA5}">
                      <a16:colId xmlns:a16="http://schemas.microsoft.com/office/drawing/2014/main" val="4107598041"/>
                    </a:ext>
                  </a:extLst>
                </a:gridCol>
                <a:gridCol w="591136">
                  <a:extLst>
                    <a:ext uri="{9D8B030D-6E8A-4147-A177-3AD203B41FA5}">
                      <a16:colId xmlns:a16="http://schemas.microsoft.com/office/drawing/2014/main" val="2851693943"/>
                    </a:ext>
                  </a:extLst>
                </a:gridCol>
                <a:gridCol w="591136">
                  <a:extLst>
                    <a:ext uri="{9D8B030D-6E8A-4147-A177-3AD203B41FA5}">
                      <a16:colId xmlns:a16="http://schemas.microsoft.com/office/drawing/2014/main" val="3361875723"/>
                    </a:ext>
                  </a:extLst>
                </a:gridCol>
              </a:tblGrid>
              <a:tr h="285210">
                <a:tc>
                  <a:txBody>
                    <a:bodyPr/>
                    <a:lstStyle/>
                    <a:p>
                      <a:endParaRPr lang="en-US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¬e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086117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038297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¬c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010497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98ECFF51-1007-704C-2466-53D09F2B9150}"/>
              </a:ext>
            </a:extLst>
          </p:cNvPr>
          <p:cNvSpPr txBox="1"/>
          <p:nvPr/>
        </p:nvSpPr>
        <p:spPr>
          <a:xfrm>
            <a:off x="63514" y="95706"/>
            <a:ext cx="169039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A) Learning data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6C389B-8619-B26F-126C-198BFA746E35}"/>
              </a:ext>
            </a:extLst>
          </p:cNvPr>
          <p:cNvSpPr txBox="1"/>
          <p:nvPr/>
        </p:nvSpPr>
        <p:spPr>
          <a:xfrm>
            <a:off x="2316921" y="95706"/>
            <a:ext cx="204043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B) Causal structures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91013E9-3DAA-A8B2-BF27-4D121339BC16}"/>
              </a:ext>
            </a:extLst>
          </p:cNvPr>
          <p:cNvSpPr txBox="1"/>
          <p:nvPr/>
        </p:nvSpPr>
        <p:spPr>
          <a:xfrm>
            <a:off x="7212256" y="95706"/>
            <a:ext cx="218630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D) Structure posteriors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CC1D9F5-1E1C-9BF5-DAAF-F6371527ECB2}"/>
              </a:ext>
            </a:extLst>
          </p:cNvPr>
          <p:cNvSpPr txBox="1"/>
          <p:nvPr/>
        </p:nvSpPr>
        <p:spPr>
          <a:xfrm>
            <a:off x="9445315" y="95706"/>
            <a:ext cx="179837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E) Causal strength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28E7E-D23F-6EFC-A6DB-DFDAD6DCD509}"/>
              </a:ext>
            </a:extLst>
          </p:cNvPr>
          <p:cNvSpPr txBox="1"/>
          <p:nvPr/>
        </p:nvSpPr>
        <p:spPr>
          <a:xfrm>
            <a:off x="8325618" y="3358409"/>
            <a:ext cx="2323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Bayesian model averaging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198B6F8-C6CD-F21D-6133-DDE56B765C5E}"/>
              </a:ext>
            </a:extLst>
          </p:cNvPr>
          <p:cNvCxnSpPr>
            <a:cxnSpLocks/>
          </p:cNvCxnSpPr>
          <p:nvPr/>
        </p:nvCxnSpPr>
        <p:spPr>
          <a:xfrm>
            <a:off x="1277074" y="3338711"/>
            <a:ext cx="9601056" cy="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4A52107-36D0-C16C-652E-A1ED7B86CFCE}"/>
              </a:ext>
            </a:extLst>
          </p:cNvPr>
          <p:cNvCxnSpPr>
            <a:cxnSpLocks/>
          </p:cNvCxnSpPr>
          <p:nvPr/>
        </p:nvCxnSpPr>
        <p:spPr>
          <a:xfrm flipV="1">
            <a:off x="3347271" y="2982436"/>
            <a:ext cx="0" cy="36000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D3392BD-6067-EFEE-B290-9583E8B915AB}"/>
              </a:ext>
            </a:extLst>
          </p:cNvPr>
          <p:cNvCxnSpPr>
            <a:cxnSpLocks/>
          </p:cNvCxnSpPr>
          <p:nvPr/>
        </p:nvCxnSpPr>
        <p:spPr>
          <a:xfrm flipV="1">
            <a:off x="5780062" y="2982436"/>
            <a:ext cx="0" cy="36000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8407287-1354-002D-D85D-B922148F6C45}"/>
              </a:ext>
            </a:extLst>
          </p:cNvPr>
          <p:cNvCxnSpPr>
            <a:cxnSpLocks/>
          </p:cNvCxnSpPr>
          <p:nvPr/>
        </p:nvCxnSpPr>
        <p:spPr>
          <a:xfrm flipV="1">
            <a:off x="8189766" y="2982436"/>
            <a:ext cx="0" cy="36000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7E0CCC-117C-9C3A-F5CB-F4465CDDBF4F}"/>
              </a:ext>
            </a:extLst>
          </p:cNvPr>
          <p:cNvCxnSpPr>
            <a:cxnSpLocks/>
          </p:cNvCxnSpPr>
          <p:nvPr/>
        </p:nvCxnSpPr>
        <p:spPr>
          <a:xfrm flipV="1">
            <a:off x="10878130" y="2982436"/>
            <a:ext cx="0" cy="36000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BD07FE6-1EB3-BC6A-3DBB-F5212C2941AD}"/>
              </a:ext>
            </a:extLst>
          </p:cNvPr>
          <p:cNvSpPr txBox="1"/>
          <p:nvPr/>
        </p:nvSpPr>
        <p:spPr>
          <a:xfrm>
            <a:off x="3831490" y="3358409"/>
            <a:ext cx="3900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 parameters and structure posteriors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F78C151-5267-B1B0-BDEF-CE90D2A1761D}"/>
                  </a:ext>
                </a:extLst>
              </p:cNvPr>
              <p:cNvSpPr txBox="1"/>
              <p:nvPr/>
            </p:nvSpPr>
            <p:spPr>
              <a:xfrm>
                <a:off x="4223007" y="3001963"/>
                <a:ext cx="10125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>
                  <a:latin typeface="Helvetica Light" panose="020B0403020202020204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8918B02-A60C-F560-9D60-1A969C87E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007" y="3001963"/>
                <a:ext cx="1012585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D0F3AC-9E9E-3667-5E58-3D3B67154A35}"/>
                  </a:ext>
                </a:extLst>
              </p:cNvPr>
              <p:cNvSpPr txBox="1"/>
              <p:nvPr/>
            </p:nvSpPr>
            <p:spPr>
              <a:xfrm>
                <a:off x="6398271" y="3001963"/>
                <a:ext cx="8283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>
                  <a:latin typeface="Helvetica Light" panose="020B040302020202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EA978EA-8F5D-835E-5335-6473EE4A7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271" y="3001963"/>
                <a:ext cx="828304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F86EFE2-3D0D-A839-92AD-F4EF8338F985}"/>
                  </a:ext>
                </a:extLst>
              </p:cNvPr>
              <p:cNvSpPr txBox="1"/>
              <p:nvPr/>
            </p:nvSpPr>
            <p:spPr>
              <a:xfrm>
                <a:off x="8972216" y="3001963"/>
                <a:ext cx="8992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e-DE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e-D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sz="1400">
                  <a:latin typeface="Helvetica Light" panose="020B0403020202020204" pitchFamily="34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9FEEFD5-8F5B-26EA-40D2-BA9868C19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2216" y="3001963"/>
                <a:ext cx="899284" cy="307777"/>
              </a:xfrm>
              <a:prstGeom prst="rect">
                <a:avLst/>
              </a:prstGeom>
              <a:blipFill>
                <a:blip r:embed="rId7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DE07B29-B896-0117-254E-572B19BABD82}"/>
              </a:ext>
            </a:extLst>
          </p:cNvPr>
          <p:cNvSpPr txBox="1"/>
          <p:nvPr/>
        </p:nvSpPr>
        <p:spPr>
          <a:xfrm>
            <a:off x="4562569" y="95706"/>
            <a:ext cx="267522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C) Causal Strength under </a:t>
            </a:r>
            <a:r>
              <a:rPr lang="en-US" sz="1600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</a:t>
            </a:r>
            <a:r>
              <a:rPr lang="en-US" sz="1600" baseline="-25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C9FE1D2-685C-95FD-17B6-0F806DFA2ABC}"/>
              </a:ext>
            </a:extLst>
          </p:cNvPr>
          <p:cNvSpPr/>
          <p:nvPr/>
        </p:nvSpPr>
        <p:spPr>
          <a:xfrm>
            <a:off x="2547899" y="1784308"/>
            <a:ext cx="1433978" cy="916443"/>
          </a:xfrm>
          <a:prstGeom prst="roundRect">
            <a:avLst/>
          </a:prstGeom>
          <a:solidFill>
            <a:srgbClr val="CC79A7">
              <a:alpha val="20000"/>
            </a:srgbClr>
          </a:solidFill>
          <a:ln w="38100">
            <a:solidFill>
              <a:srgbClr val="CC79A7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en-US">
              <a:latin typeface="Helvetica Light" panose="020B0403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F7F8BE8-96DD-3D61-4903-72817586052D}"/>
              </a:ext>
            </a:extLst>
          </p:cNvPr>
          <p:cNvSpPr>
            <a:spLocks noChangeAspect="1"/>
          </p:cNvSpPr>
          <p:nvPr/>
        </p:nvSpPr>
        <p:spPr>
          <a:xfrm>
            <a:off x="2944624" y="2363927"/>
            <a:ext cx="256185" cy="256186"/>
          </a:xfrm>
          <a:prstGeom prst="ellipse">
            <a:avLst/>
          </a:prstGeom>
          <a:solidFill>
            <a:srgbClr val="CC79A7">
              <a:alpha val="40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54000" rtlCol="0" anchor="ctr"/>
          <a:lstStyle/>
          <a:p>
            <a:pPr algn="r"/>
            <a:r>
              <a:rPr lang="en-US" sz="1200" i="1" dirty="0">
                <a:solidFill>
                  <a:schemeClr val="tx1"/>
                </a:solidFill>
                <a:latin typeface="LM Roman 10" pitchFamily="2" charset="77"/>
              </a:rPr>
              <a:t>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870BAC7-0330-4631-4E76-7A7579B98A8A}"/>
              </a:ext>
            </a:extLst>
          </p:cNvPr>
          <p:cNvSpPr>
            <a:spLocks noChangeAspect="1"/>
          </p:cNvSpPr>
          <p:nvPr/>
        </p:nvSpPr>
        <p:spPr>
          <a:xfrm>
            <a:off x="3576001" y="2363927"/>
            <a:ext cx="256185" cy="256186"/>
          </a:xfrm>
          <a:prstGeom prst="ellipse">
            <a:avLst/>
          </a:prstGeom>
          <a:solidFill>
            <a:srgbClr val="CC79A7">
              <a:alpha val="40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54000" rtlCol="0" anchor="ctr"/>
          <a:lstStyle/>
          <a:p>
            <a:pPr algn="r"/>
            <a:r>
              <a:rPr lang="en-US" sz="1200" i="1" dirty="0">
                <a:solidFill>
                  <a:schemeClr val="tx1"/>
                </a:solidFill>
                <a:latin typeface="LM Roman 10" pitchFamily="2" charset="77"/>
              </a:rPr>
              <a:t>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393681-A393-0FE0-9E63-BE4B5C1D653A}"/>
              </a:ext>
            </a:extLst>
          </p:cNvPr>
          <p:cNvSpPr>
            <a:spLocks noChangeAspect="1"/>
          </p:cNvSpPr>
          <p:nvPr/>
        </p:nvSpPr>
        <p:spPr>
          <a:xfrm>
            <a:off x="3319816" y="1864113"/>
            <a:ext cx="256185" cy="256186"/>
          </a:xfrm>
          <a:prstGeom prst="ellipse">
            <a:avLst/>
          </a:prstGeom>
          <a:solidFill>
            <a:srgbClr val="CC79A7">
              <a:alpha val="40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54000" rtlCol="0" anchor="ctr"/>
          <a:lstStyle/>
          <a:p>
            <a:pPr algn="r"/>
            <a:r>
              <a:rPr lang="en-US" sz="1200" i="1" dirty="0">
                <a:solidFill>
                  <a:schemeClr val="tx1"/>
                </a:solidFill>
                <a:latin typeface="LM Roman 10" pitchFamily="2" charset="77"/>
              </a:rPr>
              <a:t>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0BDD63-F25E-787B-34E6-821224481B58}"/>
              </a:ext>
            </a:extLst>
          </p:cNvPr>
          <p:cNvCxnSpPr>
            <a:cxnSpLocks/>
            <a:stCxn id="20" idx="5"/>
            <a:endCxn id="19" idx="0"/>
          </p:cNvCxnSpPr>
          <p:nvPr/>
        </p:nvCxnSpPr>
        <p:spPr>
          <a:xfrm>
            <a:off x="3538484" y="2082782"/>
            <a:ext cx="165610" cy="28114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04F028-5A45-0E28-E056-9D58B163345C}"/>
              </a:ext>
            </a:extLst>
          </p:cNvPr>
          <p:cNvSpPr txBox="1"/>
          <p:nvPr/>
        </p:nvSpPr>
        <p:spPr>
          <a:xfrm>
            <a:off x="3589744" y="2082782"/>
            <a:ext cx="212117" cy="166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err="1">
                <a:latin typeface="LM Roman 10" pitchFamily="2" charset="77"/>
              </a:rPr>
              <a:t>w</a:t>
            </a:r>
            <a:r>
              <a:rPr lang="en-US" sz="1000" i="1" baseline="-25000" err="1">
                <a:latin typeface="LM Roman 10" pitchFamily="2" charset="77"/>
              </a:rPr>
              <a:t>a</a:t>
            </a:r>
            <a:endParaRPr lang="en-US" sz="1000" i="1" baseline="-25000">
              <a:latin typeface="LM Roman 10" pitchFamily="2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D24004-AD6A-8DDD-05DC-13EEE4908AD8}"/>
              </a:ext>
            </a:extLst>
          </p:cNvPr>
          <p:cNvCxnSpPr>
            <a:cxnSpLocks/>
          </p:cNvCxnSpPr>
          <p:nvPr/>
        </p:nvCxnSpPr>
        <p:spPr>
          <a:xfrm>
            <a:off x="2732817" y="2499576"/>
            <a:ext cx="21180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0B970F9-D260-6B56-6EB0-D4A4C2B4A509}"/>
              </a:ext>
            </a:extLst>
          </p:cNvPr>
          <p:cNvSpPr txBox="1"/>
          <p:nvPr/>
        </p:nvSpPr>
        <p:spPr>
          <a:xfrm>
            <a:off x="2650385" y="2282990"/>
            <a:ext cx="192557" cy="166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err="1">
                <a:latin typeface="LM Roman 10" pitchFamily="2" charset="77"/>
              </a:rPr>
              <a:t>b</a:t>
            </a:r>
            <a:r>
              <a:rPr lang="en-US" sz="1000" i="1" baseline="-25000" err="1">
                <a:latin typeface="LM Roman 10" pitchFamily="2" charset="77"/>
              </a:rPr>
              <a:t>c</a:t>
            </a:r>
            <a:endParaRPr lang="en-US" sz="1000" i="1" baseline="-25000">
              <a:latin typeface="LM Roman 1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37A3A6A-9187-A1E0-8E07-EB40393E9A5F}"/>
              </a:ext>
            </a:extLst>
          </p:cNvPr>
          <p:cNvSpPr/>
          <p:nvPr/>
        </p:nvSpPr>
        <p:spPr>
          <a:xfrm>
            <a:off x="2613419" y="1837627"/>
            <a:ext cx="265629" cy="238363"/>
          </a:xfrm>
          <a:prstGeom prst="roundRect">
            <a:avLst/>
          </a:prstGeom>
          <a:solidFill>
            <a:srgbClr val="B966B9">
              <a:alpha val="0"/>
            </a:srgbClr>
          </a:solidFill>
          <a:ln w="3175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US" sz="1400" i="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endParaRPr lang="en-US" sz="1400" dirty="0">
              <a:latin typeface="Helvetica Light" panose="020B0403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67D7A04-7210-EB67-2E8C-7D0C4038AF81}"/>
              </a:ext>
            </a:extLst>
          </p:cNvPr>
          <p:cNvSpPr/>
          <p:nvPr/>
        </p:nvSpPr>
        <p:spPr>
          <a:xfrm>
            <a:off x="2547899" y="624862"/>
            <a:ext cx="1433978" cy="916443"/>
          </a:xfrm>
          <a:prstGeom prst="roundRect">
            <a:avLst/>
          </a:prstGeom>
          <a:solidFill>
            <a:srgbClr val="0072B2">
              <a:alpha val="15000"/>
            </a:srgbClr>
          </a:solidFill>
          <a:ln w="38100">
            <a:solidFill>
              <a:srgbClr val="0072B2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en-US">
              <a:latin typeface="Helvetica Light" panose="020B0403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4327E18-26FA-15D8-5060-B85D41D4E74E}"/>
              </a:ext>
            </a:extLst>
          </p:cNvPr>
          <p:cNvSpPr>
            <a:spLocks noChangeAspect="1"/>
          </p:cNvSpPr>
          <p:nvPr/>
        </p:nvSpPr>
        <p:spPr>
          <a:xfrm>
            <a:off x="2931934" y="1200369"/>
            <a:ext cx="256185" cy="256186"/>
          </a:xfrm>
          <a:prstGeom prst="ellipse">
            <a:avLst/>
          </a:prstGeom>
          <a:solidFill>
            <a:srgbClr val="0072B2">
              <a:alpha val="25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54000" rtlCol="0" anchor="ctr"/>
          <a:lstStyle/>
          <a:p>
            <a:pPr algn="r"/>
            <a:r>
              <a:rPr lang="en-US" sz="1200" i="1" dirty="0">
                <a:solidFill>
                  <a:schemeClr val="tx1"/>
                </a:solidFill>
                <a:latin typeface="LM Roman 10" pitchFamily="2" charset="77"/>
              </a:rPr>
              <a:t>C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DC04A16-F33F-53DD-A4E0-50F418508897}"/>
              </a:ext>
            </a:extLst>
          </p:cNvPr>
          <p:cNvSpPr>
            <a:spLocks noChangeAspect="1"/>
          </p:cNvSpPr>
          <p:nvPr/>
        </p:nvSpPr>
        <p:spPr>
          <a:xfrm>
            <a:off x="3563311" y="1200369"/>
            <a:ext cx="256185" cy="256186"/>
          </a:xfrm>
          <a:prstGeom prst="ellipse">
            <a:avLst/>
          </a:prstGeom>
          <a:solidFill>
            <a:srgbClr val="0072B2">
              <a:alpha val="25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54000" rtlCol="0" anchor="ctr">
            <a:noAutofit/>
          </a:bodyPr>
          <a:lstStyle/>
          <a:p>
            <a:pPr algn="r"/>
            <a:r>
              <a:rPr lang="en-US" sz="1200" i="1" dirty="0">
                <a:solidFill>
                  <a:schemeClr val="tx1"/>
                </a:solidFill>
                <a:latin typeface="LM Roman 10" pitchFamily="2" charset="77"/>
              </a:rPr>
              <a:t>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C723123-D51D-EB5C-E168-22DDB2BD353B}"/>
              </a:ext>
            </a:extLst>
          </p:cNvPr>
          <p:cNvSpPr>
            <a:spLocks noChangeAspect="1"/>
          </p:cNvSpPr>
          <p:nvPr/>
        </p:nvSpPr>
        <p:spPr>
          <a:xfrm>
            <a:off x="3307126" y="700555"/>
            <a:ext cx="256185" cy="256186"/>
          </a:xfrm>
          <a:prstGeom prst="ellipse">
            <a:avLst/>
          </a:prstGeom>
          <a:solidFill>
            <a:srgbClr val="0072B2">
              <a:alpha val="25000"/>
            </a:srgb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54000" rtlCol="0" anchor="ctr"/>
          <a:lstStyle/>
          <a:p>
            <a:pPr algn="r"/>
            <a:r>
              <a:rPr lang="en-US" sz="1200" i="1">
                <a:solidFill>
                  <a:schemeClr val="tx1"/>
                </a:solidFill>
                <a:latin typeface="LM Roman 10" pitchFamily="2" charset="77"/>
              </a:rPr>
              <a:t>A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59F64A-DF0A-07BF-7597-9FA013C381DF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>
            <a:off x="3188119" y="1328462"/>
            <a:ext cx="37519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FA38CE4-FFEB-35F9-3218-C993BF664544}"/>
              </a:ext>
            </a:extLst>
          </p:cNvPr>
          <p:cNvCxnSpPr>
            <a:cxnSpLocks/>
            <a:stCxn id="32" idx="5"/>
            <a:endCxn id="31" idx="0"/>
          </p:cNvCxnSpPr>
          <p:nvPr/>
        </p:nvCxnSpPr>
        <p:spPr>
          <a:xfrm>
            <a:off x="3525794" y="919224"/>
            <a:ext cx="165610" cy="28114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3A0928C-419D-9E8E-2DE5-CBB0C4C3AA73}"/>
              </a:ext>
            </a:extLst>
          </p:cNvPr>
          <p:cNvSpPr txBox="1"/>
          <p:nvPr/>
        </p:nvSpPr>
        <p:spPr>
          <a:xfrm>
            <a:off x="3577054" y="919224"/>
            <a:ext cx="212117" cy="166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err="1">
                <a:latin typeface="LM Roman 10" pitchFamily="2" charset="77"/>
              </a:rPr>
              <a:t>w</a:t>
            </a:r>
            <a:r>
              <a:rPr lang="en-US" sz="1000" i="1" baseline="-25000" err="1">
                <a:latin typeface="LM Roman 10" pitchFamily="2" charset="77"/>
              </a:rPr>
              <a:t>a</a:t>
            </a:r>
            <a:endParaRPr lang="en-US" sz="1000" i="1" baseline="-25000">
              <a:latin typeface="LM Roman 1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4B4BCC-43DF-607B-6A03-6052E805C705}"/>
              </a:ext>
            </a:extLst>
          </p:cNvPr>
          <p:cNvSpPr txBox="1"/>
          <p:nvPr/>
        </p:nvSpPr>
        <p:spPr>
          <a:xfrm>
            <a:off x="3198991" y="1119432"/>
            <a:ext cx="209943" cy="166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err="1">
                <a:latin typeface="LM Roman 10" pitchFamily="2" charset="77"/>
              </a:rPr>
              <a:t>w</a:t>
            </a:r>
            <a:r>
              <a:rPr lang="en-US" sz="1000" i="1" baseline="-25000" err="1">
                <a:latin typeface="LM Roman 10" pitchFamily="2" charset="77"/>
              </a:rPr>
              <a:t>c</a:t>
            </a:r>
            <a:endParaRPr lang="en-US" sz="1000" i="1" baseline="-25000">
              <a:latin typeface="LM Roman 10" pitchFamily="2" charset="77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98151C-76A6-19C7-4B29-F2C0C0F3DD16}"/>
              </a:ext>
            </a:extLst>
          </p:cNvPr>
          <p:cNvCxnSpPr>
            <a:cxnSpLocks/>
          </p:cNvCxnSpPr>
          <p:nvPr/>
        </p:nvCxnSpPr>
        <p:spPr>
          <a:xfrm>
            <a:off x="2720127" y="1336018"/>
            <a:ext cx="21180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E08B57-2CB4-8FCA-4354-7085C804903D}"/>
              </a:ext>
            </a:extLst>
          </p:cNvPr>
          <p:cNvSpPr txBox="1"/>
          <p:nvPr/>
        </p:nvSpPr>
        <p:spPr>
          <a:xfrm>
            <a:off x="2637695" y="1119432"/>
            <a:ext cx="192557" cy="166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err="1">
                <a:latin typeface="LM Roman 10" pitchFamily="2" charset="77"/>
              </a:rPr>
              <a:t>b</a:t>
            </a:r>
            <a:r>
              <a:rPr lang="en-US" sz="1000" i="1" baseline="-25000" err="1">
                <a:latin typeface="LM Roman 10" pitchFamily="2" charset="77"/>
              </a:rPr>
              <a:t>c</a:t>
            </a:r>
            <a:endParaRPr lang="en-US" sz="1000" i="1" baseline="-25000">
              <a:latin typeface="LM Roman 10" pitchFamily="2" charset="77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68C7F25-91E3-EF2D-CB0B-34C4FAD809B3}"/>
              </a:ext>
            </a:extLst>
          </p:cNvPr>
          <p:cNvSpPr/>
          <p:nvPr/>
        </p:nvSpPr>
        <p:spPr>
          <a:xfrm>
            <a:off x="2613419" y="695051"/>
            <a:ext cx="265629" cy="238363"/>
          </a:xfrm>
          <a:prstGeom prst="roundRect">
            <a:avLst/>
          </a:prstGeom>
          <a:solidFill>
            <a:srgbClr val="66B9B9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40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US" sz="1400" i="0" baseline="-25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  <a:endParaRPr lang="en-US" sz="1400" dirty="0">
              <a:latin typeface="Helvetica Light" panose="020B0403020202020204" pitchFamily="34" charset="0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1001A9F-DCD7-6BB3-623C-E09F70952FE0}"/>
              </a:ext>
            </a:extLst>
          </p:cNvPr>
          <p:cNvCxnSpPr>
            <a:cxnSpLocks/>
          </p:cNvCxnSpPr>
          <p:nvPr/>
        </p:nvCxnSpPr>
        <p:spPr>
          <a:xfrm flipV="1">
            <a:off x="1280626" y="2991961"/>
            <a:ext cx="0" cy="36000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7B14655-DD19-61B0-ED41-05A95841EE5D}"/>
              </a:ext>
            </a:extLst>
          </p:cNvPr>
          <p:cNvSpPr txBox="1"/>
          <p:nvPr/>
        </p:nvSpPr>
        <p:spPr>
          <a:xfrm>
            <a:off x="1369817" y="3358409"/>
            <a:ext cx="1895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hypotheses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22D6B4-1EF2-247D-2D69-6AD72CD5C4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973" y="1598289"/>
            <a:ext cx="1868049" cy="1067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3D7A05-D9F2-1995-02E0-A6E7DAA1B3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4504" y="412864"/>
            <a:ext cx="26325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2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69E07C-5EDB-503F-1683-7C6CB595F84A}"/>
              </a:ext>
            </a:extLst>
          </p:cNvPr>
          <p:cNvSpPr txBox="1"/>
          <p:nvPr/>
        </p:nvSpPr>
        <p:spPr>
          <a:xfrm>
            <a:off x="467785" y="326838"/>
            <a:ext cx="127265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A) Learning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695837-9F26-C87D-6E95-AE8C55E6410A}"/>
              </a:ext>
            </a:extLst>
          </p:cNvPr>
          <p:cNvSpPr txBox="1"/>
          <p:nvPr/>
        </p:nvSpPr>
        <p:spPr>
          <a:xfrm rot="16200000">
            <a:off x="234615" y="1057214"/>
            <a:ext cx="6928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Positive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EDBB83-6CCA-3C1A-3CB2-5AB074375DD6}"/>
              </a:ext>
            </a:extLst>
          </p:cNvPr>
          <p:cNvSpPr txBox="1"/>
          <p:nvPr/>
        </p:nvSpPr>
        <p:spPr>
          <a:xfrm rot="16200000">
            <a:off x="199347" y="3256133"/>
            <a:ext cx="7633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Negative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9D62CE-5846-14FB-F2A3-9AC86AE38AD4}"/>
              </a:ext>
            </a:extLst>
          </p:cNvPr>
          <p:cNvSpPr txBox="1"/>
          <p:nvPr/>
        </p:nvSpPr>
        <p:spPr>
          <a:xfrm rot="16200000">
            <a:off x="339387" y="2134241"/>
            <a:ext cx="483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Zero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2CE4D-81A4-357A-D67F-BA8F0DD4DCD4}"/>
              </a:ext>
            </a:extLst>
          </p:cNvPr>
          <p:cNvSpPr txBox="1"/>
          <p:nvPr/>
        </p:nvSpPr>
        <p:spPr>
          <a:xfrm>
            <a:off x="2180463" y="326838"/>
            <a:ext cx="170155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B) Sample probabilities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936FFF-058C-4080-FD21-148C71872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309508"/>
              </p:ext>
            </p:extLst>
          </p:nvPr>
        </p:nvGraphicFramePr>
        <p:xfrm>
          <a:off x="752387" y="762472"/>
          <a:ext cx="1317045" cy="8556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39015">
                  <a:extLst>
                    <a:ext uri="{9D8B030D-6E8A-4147-A177-3AD203B41FA5}">
                      <a16:colId xmlns:a16="http://schemas.microsoft.com/office/drawing/2014/main" val="4107598041"/>
                    </a:ext>
                  </a:extLst>
                </a:gridCol>
                <a:gridCol w="439015">
                  <a:extLst>
                    <a:ext uri="{9D8B030D-6E8A-4147-A177-3AD203B41FA5}">
                      <a16:colId xmlns:a16="http://schemas.microsoft.com/office/drawing/2014/main" val="2851693943"/>
                    </a:ext>
                  </a:extLst>
                </a:gridCol>
                <a:gridCol w="439015">
                  <a:extLst>
                    <a:ext uri="{9D8B030D-6E8A-4147-A177-3AD203B41FA5}">
                      <a16:colId xmlns:a16="http://schemas.microsoft.com/office/drawing/2014/main" val="3361875723"/>
                    </a:ext>
                  </a:extLst>
                </a:gridCol>
              </a:tblGrid>
              <a:tr h="285210">
                <a:tc>
                  <a:txBody>
                    <a:bodyPr/>
                    <a:lstStyle/>
                    <a:p>
                      <a:endParaRPr lang="en-US" sz="11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¬</a:t>
                      </a:r>
                      <a:r>
                        <a:rPr lang="en-US" sz="1100" b="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086117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</a:t>
                      </a:r>
                      <a:r>
                        <a:rPr lang="en-US" sz="1100" b="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038297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¬</a:t>
                      </a:r>
                      <a:r>
                        <a:rPr lang="en-US" sz="1100" b="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01049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49B8ED6-59F4-CE4B-10F4-A68BCFD51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546432"/>
              </p:ext>
            </p:extLst>
          </p:nvPr>
        </p:nvGraphicFramePr>
        <p:xfrm>
          <a:off x="752387" y="1871397"/>
          <a:ext cx="1317045" cy="8556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39015">
                  <a:extLst>
                    <a:ext uri="{9D8B030D-6E8A-4147-A177-3AD203B41FA5}">
                      <a16:colId xmlns:a16="http://schemas.microsoft.com/office/drawing/2014/main" val="4107598041"/>
                    </a:ext>
                  </a:extLst>
                </a:gridCol>
                <a:gridCol w="439015">
                  <a:extLst>
                    <a:ext uri="{9D8B030D-6E8A-4147-A177-3AD203B41FA5}">
                      <a16:colId xmlns:a16="http://schemas.microsoft.com/office/drawing/2014/main" val="2851693943"/>
                    </a:ext>
                  </a:extLst>
                </a:gridCol>
                <a:gridCol w="439015">
                  <a:extLst>
                    <a:ext uri="{9D8B030D-6E8A-4147-A177-3AD203B41FA5}">
                      <a16:colId xmlns:a16="http://schemas.microsoft.com/office/drawing/2014/main" val="3361875723"/>
                    </a:ext>
                  </a:extLst>
                </a:gridCol>
              </a:tblGrid>
              <a:tr h="285210">
                <a:tc>
                  <a:txBody>
                    <a:bodyPr/>
                    <a:lstStyle/>
                    <a:p>
                      <a:endParaRPr lang="en-US" sz="11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¬</a:t>
                      </a:r>
                      <a:r>
                        <a:rPr lang="en-US" sz="1100" b="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086117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</a:t>
                      </a:r>
                      <a:r>
                        <a:rPr lang="en-US" sz="1100" b="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038297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¬</a:t>
                      </a:r>
                      <a:r>
                        <a:rPr lang="en-US" sz="1100" b="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01049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E27AEA1-4DF4-9914-4C89-AE9871A97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506711"/>
              </p:ext>
            </p:extLst>
          </p:nvPr>
        </p:nvGraphicFramePr>
        <p:xfrm>
          <a:off x="752387" y="2980321"/>
          <a:ext cx="1317045" cy="8556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39015">
                  <a:extLst>
                    <a:ext uri="{9D8B030D-6E8A-4147-A177-3AD203B41FA5}">
                      <a16:colId xmlns:a16="http://schemas.microsoft.com/office/drawing/2014/main" val="4107598041"/>
                    </a:ext>
                  </a:extLst>
                </a:gridCol>
                <a:gridCol w="439015">
                  <a:extLst>
                    <a:ext uri="{9D8B030D-6E8A-4147-A177-3AD203B41FA5}">
                      <a16:colId xmlns:a16="http://schemas.microsoft.com/office/drawing/2014/main" val="2851693943"/>
                    </a:ext>
                  </a:extLst>
                </a:gridCol>
                <a:gridCol w="439015">
                  <a:extLst>
                    <a:ext uri="{9D8B030D-6E8A-4147-A177-3AD203B41FA5}">
                      <a16:colId xmlns:a16="http://schemas.microsoft.com/office/drawing/2014/main" val="3361875723"/>
                    </a:ext>
                  </a:extLst>
                </a:gridCol>
              </a:tblGrid>
              <a:tr h="285210">
                <a:tc>
                  <a:txBody>
                    <a:bodyPr/>
                    <a:lstStyle/>
                    <a:p>
                      <a:endParaRPr lang="en-US" sz="11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¬</a:t>
                      </a:r>
                      <a:r>
                        <a:rPr lang="en-US" sz="1100" b="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086117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</a:t>
                      </a:r>
                      <a:r>
                        <a:rPr lang="en-US" sz="1100" b="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038297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¬</a:t>
                      </a:r>
                      <a:r>
                        <a:rPr lang="en-US" sz="1100" b="0" i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01049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6DB9E50-EB34-93EA-0A1D-12DDF826FC7D}"/>
              </a:ext>
            </a:extLst>
          </p:cNvPr>
          <p:cNvSpPr txBox="1"/>
          <p:nvPr/>
        </p:nvSpPr>
        <p:spPr>
          <a:xfrm>
            <a:off x="4131543" y="326838"/>
            <a:ext cx="1552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C) Model predictions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3BBAE-DD24-1371-02E5-7BDF2457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12"/>
          <a:stretch>
            <a:fillRect/>
          </a:stretch>
        </p:blipFill>
        <p:spPr>
          <a:xfrm>
            <a:off x="2180463" y="634973"/>
            <a:ext cx="4668440" cy="3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9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9948CA9-8C85-9043-60F3-95BC8C19D99F}"/>
              </a:ext>
            </a:extLst>
          </p:cNvPr>
          <p:cNvGrpSpPr/>
          <p:nvPr/>
        </p:nvGrpSpPr>
        <p:grpSpPr>
          <a:xfrm>
            <a:off x="3736003" y="183978"/>
            <a:ext cx="3280185" cy="2628351"/>
            <a:chOff x="2013078" y="868969"/>
            <a:chExt cx="3280185" cy="262835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12334B3-F97F-336C-D75C-F2834419EB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0125" y="2864274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en-US" sz="2769" i="1" dirty="0">
                  <a:solidFill>
                    <a:schemeClr val="tx1"/>
                  </a:solidFill>
                  <a:latin typeface="LM Roman 10" pitchFamily="2" charset="77"/>
                </a:rPr>
                <a:t>C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D95487A-3ACA-4856-87BF-9C3F41B960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0291" y="2864274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9846" rtlCol="0" anchor="ctr"/>
            <a:lstStyle/>
            <a:p>
              <a:pPr algn="ctr"/>
              <a:r>
                <a:rPr lang="en-US" sz="2769" i="1" dirty="0">
                  <a:solidFill>
                    <a:schemeClr val="tx1"/>
                  </a:solidFill>
                  <a:latin typeface="LM Roman 10" pitchFamily="2" charset="77"/>
                </a:rPr>
                <a:t>E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D69D5B2-2C0E-4286-393A-BC5E8A1F97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47245" y="1629213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923" rtlCol="0" anchor="ctr"/>
            <a:lstStyle/>
            <a:p>
              <a:pPr algn="ctr"/>
              <a:r>
                <a:rPr lang="en-US" sz="2769" i="1" dirty="0">
                  <a:solidFill>
                    <a:schemeClr val="tx1"/>
                  </a:solidFill>
                  <a:latin typeface="LM Roman 10" pitchFamily="2" charset="77"/>
                </a:rPr>
                <a:t>A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E616C10-90C2-33E0-1799-0B74DE7D7CBA}"/>
                </a:ext>
              </a:extLst>
            </p:cNvPr>
            <p:cNvCxnSpPr>
              <a:cxnSpLocks/>
              <a:stCxn id="2" idx="6"/>
              <a:endCxn id="3" idx="2"/>
            </p:cNvCxnSpPr>
            <p:nvPr/>
          </p:nvCxnSpPr>
          <p:spPr>
            <a:xfrm>
              <a:off x="3653171" y="3180797"/>
              <a:ext cx="9271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626F2FA-D043-CB5A-CB08-1CB018675C82}"/>
                </a:ext>
              </a:extLst>
            </p:cNvPr>
            <p:cNvCxnSpPr>
              <a:cxnSpLocks/>
              <a:stCxn id="5" idx="5"/>
              <a:endCxn id="3" idx="0"/>
            </p:cNvCxnSpPr>
            <p:nvPr/>
          </p:nvCxnSpPr>
          <p:spPr>
            <a:xfrm>
              <a:off x="4487584" y="2169552"/>
              <a:ext cx="409231" cy="6947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C27434-99A7-856F-6845-F3575DF83423}"/>
                </a:ext>
              </a:extLst>
            </p:cNvPr>
            <p:cNvSpPr txBox="1"/>
            <p:nvPr/>
          </p:nvSpPr>
          <p:spPr>
            <a:xfrm>
              <a:off x="4730642" y="2262259"/>
              <a:ext cx="470000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dirty="0" err="1">
                  <a:latin typeface="LM Roman 10" pitchFamily="2" charset="77"/>
                </a:rPr>
                <a:t>w</a:t>
              </a:r>
              <a:r>
                <a:rPr lang="en-US" sz="2215" i="1" baseline="-25000" dirty="0" err="1">
                  <a:latin typeface="LM Roman 10" pitchFamily="2" charset="77"/>
                </a:rPr>
                <a:t>a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319F31E-BFA9-12ED-FE0A-B92149D0AB4E}"/>
                </a:ext>
              </a:extLst>
            </p:cNvPr>
            <p:cNvSpPr txBox="1"/>
            <p:nvPr/>
          </p:nvSpPr>
          <p:spPr>
            <a:xfrm>
              <a:off x="3901085" y="2775953"/>
              <a:ext cx="460382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err="1">
                  <a:latin typeface="LM Roman 10" pitchFamily="2" charset="77"/>
                </a:rPr>
                <a:t>w</a:t>
              </a:r>
              <a:r>
                <a:rPr lang="en-US" sz="2215" i="1" baseline="-25000" err="1">
                  <a:latin typeface="LM Roman 10" pitchFamily="2" charset="77"/>
                </a:rPr>
                <a:t>c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38A169E-0DED-5D05-30BE-70FA0D2BC2F4}"/>
                </a:ext>
              </a:extLst>
            </p:cNvPr>
            <p:cNvCxnSpPr>
              <a:cxnSpLocks/>
            </p:cNvCxnSpPr>
            <p:nvPr/>
          </p:nvCxnSpPr>
          <p:spPr>
            <a:xfrm>
              <a:off x="2496740" y="3199467"/>
              <a:ext cx="52338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33974D9-F315-7C85-258B-EFD63D63F749}"/>
                </a:ext>
              </a:extLst>
            </p:cNvPr>
            <p:cNvSpPr txBox="1"/>
            <p:nvPr/>
          </p:nvSpPr>
          <p:spPr>
            <a:xfrm>
              <a:off x="2505881" y="2775953"/>
              <a:ext cx="402674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err="1">
                  <a:latin typeface="LM Roman 10" pitchFamily="2" charset="77"/>
                </a:rPr>
                <a:t>b</a:t>
              </a:r>
              <a:r>
                <a:rPr lang="en-US" sz="2215" i="1" baseline="-25000" err="1">
                  <a:latin typeface="LM Roman 10" pitchFamily="2" charset="77"/>
                </a:rPr>
                <a:t>c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1F4139-C8D3-18D0-3487-7872B4201FC4}"/>
                </a:ext>
              </a:extLst>
            </p:cNvPr>
            <p:cNvSpPr txBox="1"/>
            <p:nvPr/>
          </p:nvSpPr>
          <p:spPr>
            <a:xfrm>
              <a:off x="2013078" y="868969"/>
              <a:ext cx="3280185" cy="490075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>
              <a:defPPr>
                <a:defRPr lang="de-DE"/>
              </a:defPPr>
              <a:lvl1pPr algn="ctr">
                <a:defRPr sz="4000" i="1">
                  <a:latin typeface="LM Roman 10" pitchFamily="2" charset="7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769" i="0">
                  <a:solidFill>
                    <a:schemeClr val="tx1"/>
                  </a:solidFill>
                </a:rPr>
                <a:t>Structure </a:t>
              </a:r>
              <a:r>
                <a:rPr lang="en-US" sz="2769">
                  <a:solidFill>
                    <a:schemeClr val="tx1"/>
                  </a:solidFill>
                </a:rPr>
                <a:t>S</a:t>
              </a:r>
              <a:r>
                <a:rPr lang="en-US" sz="2769" i="0" baseline="-2500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69139114-65B3-63DF-4080-656CBF3F8864}"/>
              </a:ext>
            </a:extLst>
          </p:cNvPr>
          <p:cNvSpPr>
            <a:spLocks noChangeAspect="1"/>
          </p:cNvSpPr>
          <p:nvPr/>
        </p:nvSpPr>
        <p:spPr>
          <a:xfrm>
            <a:off x="9424289" y="3293086"/>
            <a:ext cx="287999" cy="28800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en-US" sz="1200" i="1">
                <a:solidFill>
                  <a:schemeClr val="tx1"/>
                </a:solidFill>
                <a:latin typeface="LM Roman 10" pitchFamily="2" charset="77"/>
              </a:rPr>
              <a:t>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1A540A-768D-5161-EA65-DE3B6D80C340}"/>
              </a:ext>
            </a:extLst>
          </p:cNvPr>
          <p:cNvGrpSpPr/>
          <p:nvPr/>
        </p:nvGrpSpPr>
        <p:grpSpPr>
          <a:xfrm>
            <a:off x="3983917" y="4029388"/>
            <a:ext cx="3280186" cy="2654708"/>
            <a:chOff x="3983917" y="4029388"/>
            <a:chExt cx="3280186" cy="2654708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1CCFF25-679A-381A-8E58-6DC61EDEEA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07302" y="6051050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en-US" sz="2769" i="1">
                  <a:solidFill>
                    <a:schemeClr val="tx1"/>
                  </a:solidFill>
                  <a:latin typeface="LM Roman 10" pitchFamily="2" charset="77"/>
                </a:rPr>
                <a:t>C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C0128AA-D87D-F1A9-3E9F-60572CEB2B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67469" y="6051050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9846" rtlCol="0" anchor="ctr"/>
            <a:lstStyle/>
            <a:p>
              <a:pPr algn="ctr"/>
              <a:r>
                <a:rPr lang="en-US" sz="2769" i="1">
                  <a:solidFill>
                    <a:schemeClr val="tx1"/>
                  </a:solidFill>
                  <a:latin typeface="LM Roman 10" pitchFamily="2" charset="77"/>
                </a:rPr>
                <a:t>E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14D853D-91A0-7F3F-F738-78FEF44A20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4422" y="4815989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923" rtlCol="0" anchor="ctr"/>
            <a:lstStyle/>
            <a:p>
              <a:pPr algn="ctr"/>
              <a:r>
                <a:rPr lang="en-US" sz="2769" i="1">
                  <a:solidFill>
                    <a:schemeClr val="tx1"/>
                  </a:solidFill>
                  <a:latin typeface="LM Roman 10" pitchFamily="2" charset="77"/>
                </a:rPr>
                <a:t>A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85330AF-53E9-7624-47C4-5DF7A59DC7C3}"/>
                </a:ext>
              </a:extLst>
            </p:cNvPr>
            <p:cNvCxnSpPr>
              <a:cxnSpLocks/>
              <a:stCxn id="36" idx="5"/>
              <a:endCxn id="35" idx="0"/>
            </p:cNvCxnSpPr>
            <p:nvPr/>
          </p:nvCxnSpPr>
          <p:spPr>
            <a:xfrm>
              <a:off x="5974761" y="5356328"/>
              <a:ext cx="409231" cy="6947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7BAFF7E-149C-2D75-C3B3-F76591FADF77}"/>
                </a:ext>
              </a:extLst>
            </p:cNvPr>
            <p:cNvSpPr txBox="1"/>
            <p:nvPr/>
          </p:nvSpPr>
          <p:spPr>
            <a:xfrm>
              <a:off x="6217819" y="5449035"/>
              <a:ext cx="470000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err="1">
                  <a:latin typeface="LM Roman 10" pitchFamily="2" charset="77"/>
                </a:rPr>
                <a:t>w</a:t>
              </a:r>
              <a:r>
                <a:rPr lang="en-US" sz="2215" i="1" baseline="-25000" err="1">
                  <a:latin typeface="LM Roman 10" pitchFamily="2" charset="77"/>
                </a:rPr>
                <a:t>a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CA666B3-8593-8D8E-BCE0-61CAB692A9C3}"/>
                </a:ext>
              </a:extLst>
            </p:cNvPr>
            <p:cNvCxnSpPr>
              <a:cxnSpLocks/>
            </p:cNvCxnSpPr>
            <p:nvPr/>
          </p:nvCxnSpPr>
          <p:spPr>
            <a:xfrm>
              <a:off x="3983917" y="6386243"/>
              <a:ext cx="52338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A80F44A-115E-BFAF-37C5-4871A3A9E9F3}"/>
                </a:ext>
              </a:extLst>
            </p:cNvPr>
            <p:cNvSpPr txBox="1"/>
            <p:nvPr/>
          </p:nvSpPr>
          <p:spPr>
            <a:xfrm>
              <a:off x="3993058" y="5942181"/>
              <a:ext cx="402674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err="1">
                  <a:latin typeface="LM Roman 10" pitchFamily="2" charset="77"/>
                </a:rPr>
                <a:t>b</a:t>
              </a:r>
              <a:r>
                <a:rPr lang="en-US" sz="2215" i="1" baseline="-25000" err="1">
                  <a:latin typeface="LM Roman 10" pitchFamily="2" charset="77"/>
                </a:rPr>
                <a:t>c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F97A345-61F2-BD08-B09B-7E070D9D162C}"/>
                </a:ext>
              </a:extLst>
            </p:cNvPr>
            <p:cNvSpPr txBox="1"/>
            <p:nvPr/>
          </p:nvSpPr>
          <p:spPr>
            <a:xfrm>
              <a:off x="3983918" y="4029388"/>
              <a:ext cx="3280185" cy="490075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>
              <a:defPPr>
                <a:defRPr lang="de-DE"/>
              </a:defPPr>
              <a:lvl1pPr algn="ctr">
                <a:defRPr sz="4000" i="1">
                  <a:latin typeface="LM Roman 10" pitchFamily="2" charset="7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769" i="0">
                  <a:solidFill>
                    <a:schemeClr val="tx1"/>
                  </a:solidFill>
                </a:rPr>
                <a:t>Structure </a:t>
              </a:r>
              <a:r>
                <a:rPr lang="en-US" sz="2769">
                  <a:solidFill>
                    <a:schemeClr val="tx1"/>
                  </a:solidFill>
                </a:rPr>
                <a:t>S</a:t>
              </a:r>
              <a:r>
                <a:rPr lang="en-US" sz="2769" i="0" baseline="-2500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1CE2E9-9B29-272E-87CE-50D00F28A49F}"/>
              </a:ext>
            </a:extLst>
          </p:cNvPr>
          <p:cNvGrpSpPr/>
          <p:nvPr/>
        </p:nvGrpSpPr>
        <p:grpSpPr>
          <a:xfrm>
            <a:off x="165492" y="4055745"/>
            <a:ext cx="3280185" cy="2628351"/>
            <a:chOff x="165492" y="4055745"/>
            <a:chExt cx="3280185" cy="2628351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2781488-60F9-75F0-41DA-123E2F5885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2539" y="6051050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en-US" sz="2769" i="1">
                  <a:solidFill>
                    <a:schemeClr val="tx1"/>
                  </a:solidFill>
                  <a:latin typeface="LM Roman 10" pitchFamily="2" charset="77"/>
                </a:rPr>
                <a:t>C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4531FDA-6D4D-6163-07E5-B2AAF841E4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32705" y="6051050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9846" rtlCol="0" anchor="ctr"/>
            <a:lstStyle/>
            <a:p>
              <a:pPr algn="ctr"/>
              <a:r>
                <a:rPr lang="en-US" sz="2769" i="1">
                  <a:solidFill>
                    <a:schemeClr val="tx1"/>
                  </a:solidFill>
                  <a:latin typeface="LM Roman 10" pitchFamily="2" charset="77"/>
                </a:rPr>
                <a:t>E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958A602-3564-B1CD-78C4-6C608D2F1D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9659" y="4815989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923" rtlCol="0" anchor="ctr"/>
            <a:lstStyle/>
            <a:p>
              <a:pPr algn="ctr"/>
              <a:r>
                <a:rPr lang="en-US" sz="2769" i="1">
                  <a:solidFill>
                    <a:schemeClr val="tx1"/>
                  </a:solidFill>
                  <a:latin typeface="LM Roman 10" pitchFamily="2" charset="77"/>
                </a:rPr>
                <a:t>A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F94FC31-5A56-5A0A-A89C-F7998A6F11A8}"/>
                </a:ext>
              </a:extLst>
            </p:cNvPr>
            <p:cNvCxnSpPr>
              <a:cxnSpLocks/>
              <a:stCxn id="43" idx="6"/>
              <a:endCxn id="44" idx="2"/>
            </p:cNvCxnSpPr>
            <p:nvPr/>
          </p:nvCxnSpPr>
          <p:spPr>
            <a:xfrm>
              <a:off x="1805585" y="6367573"/>
              <a:ext cx="9271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D5E2FE6-B807-23F1-752C-B485DE41A65C}"/>
                </a:ext>
              </a:extLst>
            </p:cNvPr>
            <p:cNvCxnSpPr>
              <a:cxnSpLocks/>
              <a:stCxn id="45" idx="5"/>
              <a:endCxn id="44" idx="0"/>
            </p:cNvCxnSpPr>
            <p:nvPr/>
          </p:nvCxnSpPr>
          <p:spPr>
            <a:xfrm>
              <a:off x="2639998" y="5356328"/>
              <a:ext cx="409231" cy="6947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DF0405A-971B-4F7D-250C-1D3EB11807C5}"/>
                </a:ext>
              </a:extLst>
            </p:cNvPr>
            <p:cNvSpPr txBox="1"/>
            <p:nvPr/>
          </p:nvSpPr>
          <p:spPr>
            <a:xfrm>
              <a:off x="2883056" y="5449035"/>
              <a:ext cx="470000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err="1">
                  <a:latin typeface="LM Roman 10" pitchFamily="2" charset="77"/>
                </a:rPr>
                <a:t>w</a:t>
              </a:r>
              <a:r>
                <a:rPr lang="en-US" sz="2215" i="1" baseline="-25000" err="1">
                  <a:latin typeface="LM Roman 10" pitchFamily="2" charset="77"/>
                </a:rPr>
                <a:t>a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457D687-227A-EF61-48AE-40116BD1BF3E}"/>
                </a:ext>
              </a:extLst>
            </p:cNvPr>
            <p:cNvSpPr txBox="1"/>
            <p:nvPr/>
          </p:nvSpPr>
          <p:spPr>
            <a:xfrm>
              <a:off x="2053499" y="5942181"/>
              <a:ext cx="460382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err="1">
                  <a:latin typeface="LM Roman 10" pitchFamily="2" charset="77"/>
                </a:rPr>
                <a:t>w</a:t>
              </a:r>
              <a:r>
                <a:rPr lang="en-US" sz="2215" i="1" baseline="-25000" err="1">
                  <a:latin typeface="LM Roman 10" pitchFamily="2" charset="77"/>
                </a:rPr>
                <a:t>c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2AB1100-15D5-CEBC-65DF-B5B218FA096B}"/>
                </a:ext>
              </a:extLst>
            </p:cNvPr>
            <p:cNvCxnSpPr>
              <a:cxnSpLocks/>
            </p:cNvCxnSpPr>
            <p:nvPr/>
          </p:nvCxnSpPr>
          <p:spPr>
            <a:xfrm>
              <a:off x="649154" y="6386243"/>
              <a:ext cx="52338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3D137E7-3B64-0E1C-910B-58A661410C66}"/>
                </a:ext>
              </a:extLst>
            </p:cNvPr>
            <p:cNvSpPr txBox="1"/>
            <p:nvPr/>
          </p:nvSpPr>
          <p:spPr>
            <a:xfrm>
              <a:off x="658295" y="5942181"/>
              <a:ext cx="402674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err="1">
                  <a:latin typeface="LM Roman 10" pitchFamily="2" charset="77"/>
                </a:rPr>
                <a:t>b</a:t>
              </a:r>
              <a:r>
                <a:rPr lang="en-US" sz="2215" i="1" baseline="-25000" err="1">
                  <a:latin typeface="LM Roman 10" pitchFamily="2" charset="77"/>
                </a:rPr>
                <a:t>c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517CFEA-4305-EF29-07C8-9A78FFE29BED}"/>
                </a:ext>
              </a:extLst>
            </p:cNvPr>
            <p:cNvSpPr txBox="1"/>
            <p:nvPr/>
          </p:nvSpPr>
          <p:spPr>
            <a:xfrm>
              <a:off x="165492" y="4055745"/>
              <a:ext cx="3280185" cy="490075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>
              <a:defPPr>
                <a:defRPr lang="de-DE"/>
              </a:defPPr>
              <a:lvl1pPr algn="ctr">
                <a:defRPr sz="4000" i="1">
                  <a:latin typeface="LM Roman 10" pitchFamily="2" charset="7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769" i="0">
                  <a:solidFill>
                    <a:schemeClr val="tx1"/>
                  </a:solidFill>
                </a:rPr>
                <a:t>Structure </a:t>
              </a:r>
              <a:r>
                <a:rPr lang="en-US" sz="2769">
                  <a:solidFill>
                    <a:schemeClr val="tx1"/>
                  </a:solidFill>
                </a:rPr>
                <a:t>S</a:t>
              </a:r>
              <a:r>
                <a:rPr lang="en-US" sz="2769" i="0" baseline="-2500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61852036-CF68-90CA-2A78-B41FE7968147}"/>
              </a:ext>
            </a:extLst>
          </p:cNvPr>
          <p:cNvSpPr>
            <a:spLocks noChangeAspect="1"/>
          </p:cNvSpPr>
          <p:nvPr/>
        </p:nvSpPr>
        <p:spPr>
          <a:xfrm>
            <a:off x="10152102" y="3293086"/>
            <a:ext cx="287999" cy="28800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9846" rtlCol="0" anchor="ctr"/>
          <a:lstStyle/>
          <a:p>
            <a:pPr algn="ctr"/>
            <a:r>
              <a:rPr lang="en-US" sz="1200" i="1">
                <a:solidFill>
                  <a:schemeClr val="tx1"/>
                </a:solidFill>
                <a:latin typeface="LM Roman 10" pitchFamily="2" charset="77"/>
              </a:rPr>
              <a:t>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E139A56-3D08-CEC1-4D64-192891F58E78}"/>
              </a:ext>
            </a:extLst>
          </p:cNvPr>
          <p:cNvSpPr>
            <a:spLocks noChangeAspect="1"/>
          </p:cNvSpPr>
          <p:nvPr/>
        </p:nvSpPr>
        <p:spPr>
          <a:xfrm>
            <a:off x="10879915" y="3293086"/>
            <a:ext cx="287999" cy="288000"/>
          </a:xfrm>
          <a:prstGeom prst="ellips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923" rtlCol="0" anchor="ctr"/>
          <a:lstStyle/>
          <a:p>
            <a:pPr algn="ctr"/>
            <a:r>
              <a:rPr lang="en-US" sz="1200" i="1">
                <a:solidFill>
                  <a:schemeClr val="tx1"/>
                </a:solidFill>
                <a:latin typeface="LM Roman 10" pitchFamily="2" charset="77"/>
              </a:rPr>
              <a:t>A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9B234CC-3A5D-8575-ADBB-1881C1E36FE1}"/>
              </a:ext>
            </a:extLst>
          </p:cNvPr>
          <p:cNvCxnSpPr>
            <a:cxnSpLocks/>
            <a:stCxn id="53" idx="6"/>
            <a:endCxn id="54" idx="2"/>
          </p:cNvCxnSpPr>
          <p:nvPr/>
        </p:nvCxnSpPr>
        <p:spPr>
          <a:xfrm>
            <a:off x="9712288" y="3437086"/>
            <a:ext cx="43981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1C47EC0-6C64-4BF4-CF6F-5C399313F7A6}"/>
              </a:ext>
            </a:extLst>
          </p:cNvPr>
          <p:cNvCxnSpPr>
            <a:cxnSpLocks/>
            <a:stCxn id="55" idx="2"/>
            <a:endCxn id="54" idx="6"/>
          </p:cNvCxnSpPr>
          <p:nvPr/>
        </p:nvCxnSpPr>
        <p:spPr>
          <a:xfrm flipH="1">
            <a:off x="10440101" y="3437086"/>
            <a:ext cx="439814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84E5B05-7C49-9958-D93B-AFBEE0A227B9}"/>
              </a:ext>
            </a:extLst>
          </p:cNvPr>
          <p:cNvSpPr txBox="1"/>
          <p:nvPr/>
        </p:nvSpPr>
        <p:spPr>
          <a:xfrm>
            <a:off x="10500149" y="3214709"/>
            <a:ext cx="212117" cy="166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err="1">
                <a:latin typeface="LM Roman 10" pitchFamily="2" charset="77"/>
              </a:rPr>
              <a:t>w</a:t>
            </a:r>
            <a:r>
              <a:rPr lang="en-US" sz="1000" i="1" baseline="-25000" err="1">
                <a:latin typeface="LM Roman 10" pitchFamily="2" charset="77"/>
              </a:rPr>
              <a:t>a</a:t>
            </a:r>
            <a:endParaRPr lang="en-US" sz="1000" i="1" baseline="-25000">
              <a:latin typeface="LM Roman 10" pitchFamily="2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F45BF5-289C-6FC5-74FF-EB720A4B550D}"/>
              </a:ext>
            </a:extLst>
          </p:cNvPr>
          <p:cNvSpPr txBox="1"/>
          <p:nvPr/>
        </p:nvSpPr>
        <p:spPr>
          <a:xfrm>
            <a:off x="9780770" y="3214709"/>
            <a:ext cx="209943" cy="166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err="1">
                <a:latin typeface="LM Roman 10" pitchFamily="2" charset="77"/>
              </a:rPr>
              <a:t>w</a:t>
            </a:r>
            <a:r>
              <a:rPr lang="en-US" sz="1000" i="1" baseline="-25000" err="1">
                <a:latin typeface="LM Roman 10" pitchFamily="2" charset="77"/>
              </a:rPr>
              <a:t>c</a:t>
            </a:r>
            <a:endParaRPr lang="en-US" sz="1000" i="1" baseline="-25000">
              <a:latin typeface="LM Roman 10" pitchFamily="2" charset="77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1F9C417-309D-CD71-CA5E-47D2C6D1405D}"/>
              </a:ext>
            </a:extLst>
          </p:cNvPr>
          <p:cNvCxnSpPr>
            <a:cxnSpLocks/>
          </p:cNvCxnSpPr>
          <p:nvPr/>
        </p:nvCxnSpPr>
        <p:spPr>
          <a:xfrm>
            <a:off x="9212482" y="3447182"/>
            <a:ext cx="21180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7D3AC53-9EE3-898E-20AB-DAF38F6010D9}"/>
              </a:ext>
            </a:extLst>
          </p:cNvPr>
          <p:cNvSpPr txBox="1"/>
          <p:nvPr/>
        </p:nvSpPr>
        <p:spPr>
          <a:xfrm>
            <a:off x="9148399" y="3214709"/>
            <a:ext cx="192557" cy="166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err="1">
                <a:latin typeface="LM Roman 10" pitchFamily="2" charset="77"/>
              </a:rPr>
              <a:t>b</a:t>
            </a:r>
            <a:r>
              <a:rPr lang="en-US" sz="1000" i="1" baseline="-25000" err="1">
                <a:latin typeface="LM Roman 10" pitchFamily="2" charset="77"/>
              </a:rPr>
              <a:t>c</a:t>
            </a:r>
            <a:endParaRPr lang="en-US" sz="1000" i="1" baseline="-25000">
              <a:latin typeface="LM Roman 10" pitchFamily="2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D724F3-9BBD-C23B-B14C-E7EC1D45B10F}"/>
              </a:ext>
            </a:extLst>
          </p:cNvPr>
          <p:cNvSpPr txBox="1"/>
          <p:nvPr/>
        </p:nvSpPr>
        <p:spPr>
          <a:xfrm>
            <a:off x="9329118" y="2879987"/>
            <a:ext cx="1954824" cy="292563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de-DE"/>
            </a:defPPr>
            <a:lvl1pPr algn="ctr">
              <a:defRPr sz="4000" i="1">
                <a:latin typeface="LM Roman 10" pitchFamily="2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i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Structure  </a:t>
            </a:r>
            <a:r>
              <a:rPr lang="en-US" sz="14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US" sz="1400" i="0" baseline="-250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CCB84B-2E05-C666-2B6E-AF8AE385463F}"/>
              </a:ext>
            </a:extLst>
          </p:cNvPr>
          <p:cNvGrpSpPr/>
          <p:nvPr/>
        </p:nvGrpSpPr>
        <p:grpSpPr>
          <a:xfrm>
            <a:off x="-173033" y="183978"/>
            <a:ext cx="3280185" cy="2628351"/>
            <a:chOff x="2013078" y="868969"/>
            <a:chExt cx="3280185" cy="262835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CE5B420-E681-649C-2FC9-6C37F363FE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0125" y="2864274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pPr algn="ctr"/>
              <a:r>
                <a:rPr lang="en-US" sz="2769" i="1">
                  <a:solidFill>
                    <a:schemeClr val="tx1"/>
                  </a:solidFill>
                  <a:latin typeface="LM Roman 10" pitchFamily="2" charset="77"/>
                </a:rPr>
                <a:t>C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C1164D5-59F8-3AEB-FDC0-57D59DB7AD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0291" y="2864274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9846" rtlCol="0" anchor="ctr"/>
            <a:lstStyle/>
            <a:p>
              <a:pPr algn="ctr"/>
              <a:r>
                <a:rPr lang="en-US" sz="2769" i="1">
                  <a:solidFill>
                    <a:schemeClr val="tx1"/>
                  </a:solidFill>
                  <a:latin typeface="LM Roman 10" pitchFamily="2" charset="77"/>
                </a:rPr>
                <a:t>E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6AC34D3-7D2E-6267-7BC4-DFBBC6D534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47245" y="1629213"/>
              <a:ext cx="633046" cy="6330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4923" rtlCol="0" anchor="ctr"/>
            <a:lstStyle/>
            <a:p>
              <a:pPr algn="ctr"/>
              <a:r>
                <a:rPr lang="en-US" sz="2769" i="1">
                  <a:solidFill>
                    <a:schemeClr val="tx1"/>
                  </a:solidFill>
                  <a:latin typeface="LM Roman 10" pitchFamily="2" charset="77"/>
                </a:rPr>
                <a:t>A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CA262C9-927E-3CAC-0E34-6B77A294C042}"/>
                </a:ext>
              </a:extLst>
            </p:cNvPr>
            <p:cNvCxnSpPr>
              <a:cxnSpLocks/>
              <a:stCxn id="23" idx="5"/>
              <a:endCxn id="22" idx="0"/>
            </p:cNvCxnSpPr>
            <p:nvPr/>
          </p:nvCxnSpPr>
          <p:spPr>
            <a:xfrm>
              <a:off x="4487584" y="2169552"/>
              <a:ext cx="409231" cy="69472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C4DF30-63F3-F977-372D-A0C74C8605ED}"/>
                </a:ext>
              </a:extLst>
            </p:cNvPr>
            <p:cNvSpPr txBox="1"/>
            <p:nvPr/>
          </p:nvSpPr>
          <p:spPr>
            <a:xfrm>
              <a:off x="4730642" y="2262259"/>
              <a:ext cx="470000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err="1">
                  <a:latin typeface="LM Roman 10" pitchFamily="2" charset="77"/>
                </a:rPr>
                <a:t>w</a:t>
              </a:r>
              <a:r>
                <a:rPr lang="en-US" sz="2215" i="1" baseline="-25000" err="1">
                  <a:latin typeface="LM Roman 10" pitchFamily="2" charset="77"/>
                </a:rPr>
                <a:t>a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766E8B3-22B3-D9F4-F62B-1C617695728B}"/>
                </a:ext>
              </a:extLst>
            </p:cNvPr>
            <p:cNvCxnSpPr>
              <a:cxnSpLocks/>
            </p:cNvCxnSpPr>
            <p:nvPr/>
          </p:nvCxnSpPr>
          <p:spPr>
            <a:xfrm>
              <a:off x="2496740" y="3199467"/>
              <a:ext cx="52338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3F968AE-E8A5-6E81-054D-773DC25DBB82}"/>
                </a:ext>
              </a:extLst>
            </p:cNvPr>
            <p:cNvSpPr txBox="1"/>
            <p:nvPr/>
          </p:nvSpPr>
          <p:spPr>
            <a:xfrm>
              <a:off x="2505881" y="2775953"/>
              <a:ext cx="402674" cy="433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15" i="1" err="1">
                  <a:latin typeface="LM Roman 10" pitchFamily="2" charset="77"/>
                </a:rPr>
                <a:t>b</a:t>
              </a:r>
              <a:r>
                <a:rPr lang="en-US" sz="2215" i="1" baseline="-25000" err="1">
                  <a:latin typeface="LM Roman 10" pitchFamily="2" charset="77"/>
                </a:rPr>
                <a:t>c</a:t>
              </a:r>
              <a:endParaRPr lang="en-US" sz="2215" i="1" baseline="-25000">
                <a:latin typeface="LM Roman 10" pitchFamily="2" charset="7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0373F1-A3C8-A596-0BB4-65A7DC92774D}"/>
                </a:ext>
              </a:extLst>
            </p:cNvPr>
            <p:cNvSpPr txBox="1"/>
            <p:nvPr/>
          </p:nvSpPr>
          <p:spPr>
            <a:xfrm>
              <a:off x="2013078" y="868969"/>
              <a:ext cx="3280185" cy="490075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>
              <a:defPPr>
                <a:defRPr lang="de-DE"/>
              </a:defPPr>
              <a:lvl1pPr algn="ctr">
                <a:defRPr sz="4000" i="1">
                  <a:latin typeface="LM Roman 10" pitchFamily="2" charset="7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769" i="0">
                  <a:solidFill>
                    <a:schemeClr val="tx1"/>
                  </a:solidFill>
                </a:rPr>
                <a:t>Structure </a:t>
              </a:r>
              <a:r>
                <a:rPr lang="en-US" sz="2769">
                  <a:solidFill>
                    <a:schemeClr val="tx1"/>
                  </a:solidFill>
                </a:rPr>
                <a:t>S</a:t>
              </a:r>
              <a:r>
                <a:rPr lang="en-US" sz="2769" i="0" baseline="-25000">
                  <a:solidFill>
                    <a:schemeClr val="tx1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1466480"/>
      </p:ext>
    </p:extLst>
  </p:cSld>
  <p:clrMapOvr>
    <a:masterClrMapping/>
  </p:clrMapOvr>
</p:sld>
</file>

<file path=ppt/theme/theme1.xml><?xml version="1.0" encoding="utf-8"?>
<a:theme xmlns:a="http://schemas.openxmlformats.org/drawingml/2006/main" name="Helvetica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none">
        <a:spAutoFit/>
      </a:bodyPr>
      <a:lstStyle>
        <a:defPPr algn="l">
          <a:defRPr dirty="0">
            <a:latin typeface="Helvetica Light" panose="020B0403020202020204" pitchFamily="34" charset="0"/>
          </a:defRPr>
        </a:defPPr>
      </a:lstStyle>
    </a:spDef>
    <a:lnDef>
      <a:spPr>
        <a:ln>
          <a:solidFill>
            <a:schemeClr val="tx1"/>
          </a:solidFill>
          <a:tailEnd type="triangle" w="lg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>
            <a:latin typeface="Helvetica Light" panose="020B0403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53FCACE6-E61C-AD48-95EF-7850FEC04044}" vid="{010EF092-9CA8-6C4A-AD15-EC310E4A2B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HelveticaLight</Template>
  <TotalTime>6087</TotalTime>
  <Words>159</Words>
  <Application>Microsoft Macintosh PowerPoint</Application>
  <PresentationFormat>Widescreen</PresentationFormat>
  <Paragraphs>95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Cambria Math</vt:lpstr>
      <vt:lpstr>Helvetica Light</vt:lpstr>
      <vt:lpstr>Helvetica Neue</vt:lpstr>
      <vt:lpstr>Helvetica Neue Light</vt:lpstr>
      <vt:lpstr>LM Roman 10</vt:lpstr>
      <vt:lpstr>Wingdings</vt:lpstr>
      <vt:lpstr>HelveticaLight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BM</dc:creator>
  <cp:lastModifiedBy>BM</cp:lastModifiedBy>
  <cp:revision>109</cp:revision>
  <cp:lastPrinted>2025-05-16T12:44:19Z</cp:lastPrinted>
  <dcterms:created xsi:type="dcterms:W3CDTF">2025-02-09T15:20:01Z</dcterms:created>
  <dcterms:modified xsi:type="dcterms:W3CDTF">2026-08-26T07:51:20Z</dcterms:modified>
</cp:coreProperties>
</file>